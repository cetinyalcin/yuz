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rchivo Black" charset="1" panose="020B0A03020202020B04"/>
      <p:regular r:id="rId25"/>
    </p:embeddedFont>
    <p:embeddedFont>
      <p:font typeface="Nunito Sans Bold" charset="1" panose="00000000000000000000"/>
      <p:regular r:id="rId26"/>
    </p:embeddedFont>
    <p:embeddedFont>
      <p:font typeface="Nunito Sans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42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Bu derste, internet ortamındaki davranışlarımızın neden önemli olduğunu birlikte keşfedeceğiz.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Etik sadece kurallara uymak değil, başkalarının haklarını ve sonuçları düşünmektir.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Dijital vatandaş olmak, hem haklarımızı bilmek hem de sorumluluklarımızı yerine getirmek demektir.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Zorbalık gördüğünüzde yalnız değilsiniz; yardım istemek en doğru adımdır.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Kişisel bilgilerimizi korumak, kendimizi ve başkalarını güvende tutmaktır.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Her paylaşımınız bir iz bırakır; bu yüzden dikkatli olmak gerekir.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Yaratıcı eserler emektir; onları korumak hepimizin görevidir.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Kendi eserlerinizi üretirken başkalarının haklarına saygı göstermek çok önemlidir.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Güvenli hesap kullanımı, hem kendimizi hem de çevremizi korumaktır.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Doğru bilgiye ulaşmak için sorgulamak ve yapay zekâ kullanırken dürüst olmak gerekir.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Bu durumlarda neden doğru ya da yanlış olduğunu düşünelim ve gerekçelendirelim.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Bu adımları izleyerek daha bilinçli ve etik kararlar verebiliriz.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Birlikte tartışarak farklı bakış açılarını anlamaya çalışalım.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Bu sorularla öğrendiklerinizi pekiştirelim ve düşünelim.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Bu listeyi her paylaşım öncesi kullanarak daha etik davranabiliriz.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Dijital etik, bu temel değerler ve davranışlarla hayat bulur. Unutmayalım, sorumluluk bizim elimizde.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06000" y="0"/>
            <a:ext cx="8382000" cy="10287000"/>
          </a:xfrm>
          <a:custGeom>
            <a:avLst/>
            <a:gdLst/>
            <a:ahLst/>
            <a:cxnLst/>
            <a:rect r="r" b="b" t="t" l="l"/>
            <a:pathLst>
              <a:path h="10287000" w="8382000">
                <a:moveTo>
                  <a:pt x="0" y="0"/>
                </a:moveTo>
                <a:lnTo>
                  <a:pt x="8382000" y="0"/>
                </a:lnTo>
                <a:lnTo>
                  <a:pt x="8382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" r="0" b="-65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7DA1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52500" y="1476375"/>
            <a:ext cx="8096250" cy="989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5"/>
              </a:lnSpc>
            </a:pPr>
            <a:r>
              <a:rPr lang="en-US" sz="3675">
                <a:solidFill>
                  <a:srgbClr val="172033"/>
                </a:solidFill>
                <a:latin typeface="Archivo Black"/>
                <a:ea typeface="Archivo Black"/>
                <a:cs typeface="Archivo Black"/>
                <a:sym typeface="Archivo Black"/>
              </a:rPr>
              <a:t>Dijital Dünyada Etik:</a:t>
            </a:r>
          </a:p>
          <a:p>
            <a:pPr algn="l">
              <a:lnSpc>
                <a:spcPts val="3895"/>
              </a:lnSpc>
            </a:pPr>
            <a:r>
              <a:rPr lang="en-US" sz="3675">
                <a:solidFill>
                  <a:srgbClr val="172033"/>
                </a:solidFill>
                <a:latin typeface="Archivo Black"/>
                <a:ea typeface="Archivo Black"/>
                <a:cs typeface="Archivo Black"/>
                <a:sym typeface="Archivo Black"/>
              </a:rPr>
              <a:t>İnternette Her Şey Serbest mi?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5581650"/>
            <a:ext cx="7524750" cy="75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 b="true">
                <a:solidFill>
                  <a:srgbClr val="277DA1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Gerçek hayatta yapmayacağımız bir davranışı internette yapmak doğru mudur?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819150"/>
            <a:ext cx="14287500" cy="67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172033"/>
                </a:solidFill>
                <a:latin typeface="Archivo Black"/>
                <a:ea typeface="Archivo Black"/>
                <a:cs typeface="Archivo Black"/>
                <a:sym typeface="Archivo Black"/>
              </a:rPr>
              <a:t>Etik, yalnızca ‘kurala uymak’ değildir.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2857500"/>
            <a:ext cx="6858000" cy="4000500"/>
            <a:chOff x="0" y="0"/>
            <a:chExt cx="9144000" cy="5334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144000" cy="5334000"/>
              <a:chOff x="0" y="0"/>
              <a:chExt cx="9144000" cy="5334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144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9144000">
                    <a:moveTo>
                      <a:pt x="31750" y="0"/>
                    </a:moveTo>
                    <a:lnTo>
                      <a:pt x="9112250" y="0"/>
                    </a:lnTo>
                    <a:cubicBezTo>
                      <a:pt x="9129785" y="0"/>
                      <a:pt x="9144000" y="14215"/>
                      <a:pt x="9144000" y="31750"/>
                    </a:cubicBezTo>
                    <a:lnTo>
                      <a:pt x="9144000" y="5302250"/>
                    </a:lnTo>
                    <a:cubicBezTo>
                      <a:pt x="9144000" y="5319785"/>
                      <a:pt x="9129785" y="5334000"/>
                      <a:pt x="9112250" y="5334000"/>
                    </a:cubicBezTo>
                    <a:lnTo>
                      <a:pt x="31750" y="5334000"/>
                    </a:lnTo>
                    <a:cubicBezTo>
                      <a:pt x="14215" y="5334000"/>
                      <a:pt x="0" y="5319785"/>
                      <a:pt x="0" y="530225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144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508000" y="431800"/>
              <a:ext cx="7620000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3600">
                  <a:solidFill>
                    <a:srgbClr val="277DA1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ETİK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508000" y="1612900"/>
              <a:ext cx="7874000" cy="996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172033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Davranışların doğru–yanlış yönünü ve gerekçelerini sorgular.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06000" y="2857500"/>
            <a:ext cx="7239000" cy="4000500"/>
            <a:chOff x="0" y="0"/>
            <a:chExt cx="9652000" cy="5334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652000" cy="5334000"/>
              <a:chOff x="0" y="0"/>
              <a:chExt cx="9652000" cy="5334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652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9652000">
                    <a:moveTo>
                      <a:pt x="30079" y="0"/>
                    </a:moveTo>
                    <a:lnTo>
                      <a:pt x="9621921" y="0"/>
                    </a:lnTo>
                    <a:cubicBezTo>
                      <a:pt x="9629898" y="0"/>
                      <a:pt x="9637549" y="3169"/>
                      <a:pt x="9643190" y="8810"/>
                    </a:cubicBezTo>
                    <a:cubicBezTo>
                      <a:pt x="9648831" y="14451"/>
                      <a:pt x="9652000" y="22102"/>
                      <a:pt x="9652000" y="30079"/>
                    </a:cubicBezTo>
                    <a:lnTo>
                      <a:pt x="9652000" y="5303921"/>
                    </a:lnTo>
                    <a:cubicBezTo>
                      <a:pt x="9652000" y="5311899"/>
                      <a:pt x="9648831" y="5319549"/>
                      <a:pt x="9643190" y="5325190"/>
                    </a:cubicBezTo>
                    <a:cubicBezTo>
                      <a:pt x="9637549" y="5330831"/>
                      <a:pt x="9629898" y="5334000"/>
                      <a:pt x="9621921" y="5334000"/>
                    </a:cubicBezTo>
                    <a:lnTo>
                      <a:pt x="30079" y="5334000"/>
                    </a:lnTo>
                    <a:cubicBezTo>
                      <a:pt x="22102" y="5334000"/>
                      <a:pt x="14451" y="5330831"/>
                      <a:pt x="8810" y="5325190"/>
                    </a:cubicBezTo>
                    <a:cubicBezTo>
                      <a:pt x="3169" y="5319549"/>
                      <a:pt x="0" y="5311899"/>
                      <a:pt x="0" y="5303921"/>
                    </a:cubicBezTo>
                    <a:lnTo>
                      <a:pt x="0" y="30079"/>
                    </a:lnTo>
                    <a:cubicBezTo>
                      <a:pt x="0" y="22102"/>
                      <a:pt x="3169" y="14451"/>
                      <a:pt x="8810" y="8810"/>
                    </a:cubicBezTo>
                    <a:cubicBezTo>
                      <a:pt x="14451" y="3169"/>
                      <a:pt x="22102" y="0"/>
                      <a:pt x="3007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9652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508000" y="431800"/>
              <a:ext cx="8255000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3600">
                  <a:solidFill>
                    <a:srgbClr val="16A6A1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DİJİTAL ETİK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508000" y="1612900"/>
              <a:ext cx="8255000" cy="996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172033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Teknolojiyi kullanırken saygılı, bilinçli ve sorumlu seçimler yapmaktır.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953125" y="7239000"/>
            <a:ext cx="6381750" cy="952500"/>
            <a:chOff x="0" y="0"/>
            <a:chExt cx="8509000" cy="127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09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8509000">
                  <a:moveTo>
                    <a:pt x="94776" y="0"/>
                  </a:moveTo>
                  <a:lnTo>
                    <a:pt x="8414224" y="0"/>
                  </a:lnTo>
                  <a:cubicBezTo>
                    <a:pt x="8466567" y="0"/>
                    <a:pt x="8509000" y="42433"/>
                    <a:pt x="8509000" y="94776"/>
                  </a:cubicBezTo>
                  <a:lnTo>
                    <a:pt x="8509000" y="1175224"/>
                  </a:lnTo>
                  <a:cubicBezTo>
                    <a:pt x="8509000" y="1227567"/>
                    <a:pt x="8466567" y="1270000"/>
                    <a:pt x="8414224" y="1270000"/>
                  </a:cubicBezTo>
                  <a:lnTo>
                    <a:pt x="94776" y="1270000"/>
                  </a:lnTo>
                  <a:cubicBezTo>
                    <a:pt x="42433" y="1270000"/>
                    <a:pt x="0" y="1227567"/>
                    <a:pt x="0" y="1175224"/>
                  </a:cubicBezTo>
                  <a:lnTo>
                    <a:pt x="0" y="94776"/>
                  </a:lnTo>
                  <a:cubicBezTo>
                    <a:pt x="0" y="42433"/>
                    <a:pt x="42433" y="0"/>
                    <a:pt x="94776" y="0"/>
                  </a:cubicBezTo>
                  <a:close/>
                </a:path>
              </a:pathLst>
            </a:custGeom>
            <a:solidFill>
              <a:srgbClr val="277DA1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509000" cy="1317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Aynı değerler • yeni ortamlar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819150"/>
            <a:ext cx="14287500" cy="67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172033"/>
                </a:solidFill>
                <a:latin typeface="Archivo Black"/>
                <a:ea typeface="Archivo Black"/>
                <a:cs typeface="Archivo Black"/>
                <a:sym typeface="Archivo Black"/>
              </a:rPr>
              <a:t>Dijital vatandaşlık = hak + sorumluluk</a:t>
            </a:r>
          </a:p>
        </p:txBody>
      </p:sp>
      <p:sp>
        <p:nvSpPr>
          <p:cNvPr name="AutoShape 3" id="3"/>
          <p:cNvSpPr/>
          <p:nvPr/>
        </p:nvSpPr>
        <p:spPr>
          <a:xfrm>
            <a:off x="3143250" y="6191250"/>
            <a:ext cx="12001500" cy="0"/>
          </a:xfrm>
          <a:prstGeom prst="line">
            <a:avLst/>
          </a:prstGeom>
          <a:ln cap="rnd" w="152400">
            <a:solidFill>
              <a:srgbClr val="1421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8572500" y="6000750"/>
            <a:ext cx="1143000" cy="1143000"/>
            <a:chOff x="0" y="0"/>
            <a:chExt cx="1524000" cy="152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1182841" y="0"/>
                    <a:pt x="1524000" y="341159"/>
                    <a:pt x="1524000" y="762000"/>
                  </a:cubicBezTo>
                  <a:cubicBezTo>
                    <a:pt x="1524000" y="1182841"/>
                    <a:pt x="1182841" y="1524000"/>
                    <a:pt x="762000" y="1524000"/>
                  </a:cubicBezTo>
                  <a:cubicBezTo>
                    <a:pt x="341159" y="1524000"/>
                    <a:pt x="0" y="1182841"/>
                    <a:pt x="0" y="762000"/>
                  </a:cubicBezTo>
                  <a:cubicBezTo>
                    <a:pt x="0" y="341159"/>
                    <a:pt x="341159" y="0"/>
                    <a:pt x="762000" y="0"/>
                  </a:cubicBezTo>
                  <a:close/>
                </a:path>
              </a:pathLst>
            </a:custGeom>
            <a:solidFill>
              <a:srgbClr val="F2C14E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24000" y="4000500"/>
            <a:ext cx="5905500" cy="1809750"/>
            <a:chOff x="0" y="0"/>
            <a:chExt cx="7874000" cy="2413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7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7874000">
                  <a:moveTo>
                    <a:pt x="40968" y="0"/>
                  </a:moveTo>
                  <a:lnTo>
                    <a:pt x="7833032" y="0"/>
                  </a:lnTo>
                  <a:cubicBezTo>
                    <a:pt x="7843898" y="0"/>
                    <a:pt x="7854318" y="4316"/>
                    <a:pt x="7862001" y="11999"/>
                  </a:cubicBezTo>
                  <a:cubicBezTo>
                    <a:pt x="7869684" y="19682"/>
                    <a:pt x="7874000" y="30102"/>
                    <a:pt x="7874000" y="40968"/>
                  </a:cubicBezTo>
                  <a:lnTo>
                    <a:pt x="7874000" y="2372032"/>
                  </a:lnTo>
                  <a:cubicBezTo>
                    <a:pt x="7874000" y="2382898"/>
                    <a:pt x="7869684" y="2393318"/>
                    <a:pt x="7862001" y="2401001"/>
                  </a:cubicBezTo>
                  <a:cubicBezTo>
                    <a:pt x="7854318" y="2408684"/>
                    <a:pt x="7843898" y="2413000"/>
                    <a:pt x="7833032" y="2413000"/>
                  </a:cubicBezTo>
                  <a:lnTo>
                    <a:pt x="40968" y="2413000"/>
                  </a:lnTo>
                  <a:cubicBezTo>
                    <a:pt x="30102" y="2413000"/>
                    <a:pt x="19682" y="2408684"/>
                    <a:pt x="11999" y="2401001"/>
                  </a:cubicBezTo>
                  <a:cubicBezTo>
                    <a:pt x="4316" y="2393318"/>
                    <a:pt x="0" y="2382898"/>
                    <a:pt x="0" y="2372032"/>
                  </a:cubicBezTo>
                  <a:lnTo>
                    <a:pt x="0" y="40968"/>
                  </a:lnTo>
                  <a:cubicBezTo>
                    <a:pt x="0" y="30102"/>
                    <a:pt x="4316" y="19682"/>
                    <a:pt x="11999" y="11999"/>
                  </a:cubicBezTo>
                  <a:cubicBezTo>
                    <a:pt x="19682" y="4316"/>
                    <a:pt x="30102" y="0"/>
                    <a:pt x="40968" y="0"/>
                  </a:cubicBezTo>
                  <a:close/>
                </a:path>
              </a:pathLst>
            </a:custGeom>
            <a:solidFill>
              <a:srgbClr val="277DA1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7874000" cy="2413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İfade özgürlüğü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Katılım • Erişim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858500" y="4000500"/>
            <a:ext cx="5905500" cy="1809750"/>
            <a:chOff x="0" y="0"/>
            <a:chExt cx="7874000" cy="2413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7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7874000">
                  <a:moveTo>
                    <a:pt x="40968" y="0"/>
                  </a:moveTo>
                  <a:lnTo>
                    <a:pt x="7833032" y="0"/>
                  </a:lnTo>
                  <a:cubicBezTo>
                    <a:pt x="7843898" y="0"/>
                    <a:pt x="7854318" y="4316"/>
                    <a:pt x="7862001" y="11999"/>
                  </a:cubicBezTo>
                  <a:cubicBezTo>
                    <a:pt x="7869684" y="19682"/>
                    <a:pt x="7874000" y="30102"/>
                    <a:pt x="7874000" y="40968"/>
                  </a:cubicBezTo>
                  <a:lnTo>
                    <a:pt x="7874000" y="2372032"/>
                  </a:lnTo>
                  <a:cubicBezTo>
                    <a:pt x="7874000" y="2382898"/>
                    <a:pt x="7869684" y="2393318"/>
                    <a:pt x="7862001" y="2401001"/>
                  </a:cubicBezTo>
                  <a:cubicBezTo>
                    <a:pt x="7854318" y="2408684"/>
                    <a:pt x="7843898" y="2413000"/>
                    <a:pt x="7833032" y="2413000"/>
                  </a:cubicBezTo>
                  <a:lnTo>
                    <a:pt x="40968" y="2413000"/>
                  </a:lnTo>
                  <a:cubicBezTo>
                    <a:pt x="30102" y="2413000"/>
                    <a:pt x="19682" y="2408684"/>
                    <a:pt x="11999" y="2401001"/>
                  </a:cubicBezTo>
                  <a:cubicBezTo>
                    <a:pt x="4316" y="2393318"/>
                    <a:pt x="0" y="2382898"/>
                    <a:pt x="0" y="2372032"/>
                  </a:cubicBezTo>
                  <a:lnTo>
                    <a:pt x="0" y="40968"/>
                  </a:lnTo>
                  <a:cubicBezTo>
                    <a:pt x="0" y="30102"/>
                    <a:pt x="4316" y="19682"/>
                    <a:pt x="11999" y="11999"/>
                  </a:cubicBezTo>
                  <a:cubicBezTo>
                    <a:pt x="19682" y="4316"/>
                    <a:pt x="30102" y="0"/>
                    <a:pt x="40968" y="0"/>
                  </a:cubicBezTo>
                  <a:close/>
                </a:path>
              </a:pathLst>
            </a:custGeom>
            <a:solidFill>
              <a:srgbClr val="43AA8B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7874000" cy="2413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Saygı • Doğru kaynak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Güvenli davranış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095500" y="2819400"/>
            <a:ext cx="476250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0"/>
              </a:lnSpc>
            </a:pPr>
            <a:r>
              <a:rPr lang="en-US" sz="3750">
                <a:solidFill>
                  <a:srgbClr val="277DA1"/>
                </a:solidFill>
                <a:latin typeface="Archivo Black"/>
                <a:ea typeface="Archivo Black"/>
                <a:cs typeface="Archivo Black"/>
                <a:sym typeface="Archivo Black"/>
              </a:rPr>
              <a:t>HAKLAR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44250" y="2828925"/>
            <a:ext cx="542925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5"/>
              </a:lnSpc>
            </a:pPr>
            <a:r>
              <a:rPr lang="en-US" sz="3375">
                <a:solidFill>
                  <a:srgbClr val="43AA8B"/>
                </a:solidFill>
                <a:latin typeface="Archivo Black"/>
                <a:ea typeface="Archivo Black"/>
                <a:cs typeface="Archivo Black"/>
                <a:sym typeface="Archivo Black"/>
              </a:rPr>
              <a:t>SORUMLULUKLAR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72000" y="8239125"/>
            <a:ext cx="9144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17203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Denge, güvenli ve saygılı katılımı mümkün kılar.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500" y="1809750"/>
            <a:ext cx="7810500" cy="7239000"/>
          </a:xfrm>
          <a:custGeom>
            <a:avLst/>
            <a:gdLst/>
            <a:ahLst/>
            <a:cxnLst/>
            <a:rect r="r" b="b" t="t" l="l"/>
            <a:pathLst>
              <a:path h="7239000" w="7810500">
                <a:moveTo>
                  <a:pt x="0" y="0"/>
                </a:moveTo>
                <a:lnTo>
                  <a:pt x="7810500" y="0"/>
                </a:lnTo>
                <a:lnTo>
                  <a:pt x="7810500" y="7239000"/>
                </a:lnTo>
                <a:lnTo>
                  <a:pt x="0" y="723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" t="0" r="-31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906000" y="990600"/>
            <a:ext cx="7239000" cy="62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9"/>
              </a:lnSpc>
            </a:pPr>
            <a:r>
              <a:rPr lang="en-US" sz="4425">
                <a:solidFill>
                  <a:srgbClr val="F05D3F"/>
                </a:solidFill>
                <a:latin typeface="Archivo Black"/>
                <a:ea typeface="Archivo Black"/>
                <a:cs typeface="Archivo Black"/>
                <a:sym typeface="Archivo Black"/>
              </a:rPr>
              <a:t>Eleştiri mi, zorbalık mı?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96500" y="3067050"/>
            <a:ext cx="6667500" cy="966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625">
                <a:solidFill>
                  <a:srgbClr val="172033"/>
                </a:solidFill>
                <a:latin typeface="Nunito Sans"/>
                <a:ea typeface="Nunito Sans"/>
                <a:cs typeface="Nunito Sans"/>
                <a:sym typeface="Nunito Sans"/>
              </a:rPr>
              <a:t>Hakaret • alay • tehdit</a:t>
            </a:r>
          </a:p>
          <a:p>
            <a:pPr algn="l">
              <a:lnSpc>
                <a:spcPts val="3937"/>
              </a:lnSpc>
            </a:pPr>
            <a:r>
              <a:rPr lang="en-US" sz="2625">
                <a:solidFill>
                  <a:srgbClr val="172033"/>
                </a:solidFill>
                <a:latin typeface="Nunito Sans"/>
                <a:ea typeface="Nunito Sans"/>
                <a:cs typeface="Nunito Sans"/>
                <a:sym typeface="Nunito Sans"/>
              </a:rPr>
              <a:t>İzinsiz içerik paylaşımı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715500" y="5619750"/>
            <a:ext cx="7429500" cy="1333500"/>
            <a:chOff x="0" y="0"/>
            <a:chExt cx="9906000" cy="177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06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F05D3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906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096500" y="5924550"/>
            <a:ext cx="66675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DUR • SAKLAMA • BİLDİR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96500" y="7200900"/>
            <a:ext cx="6667500" cy="75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72033"/>
                </a:solidFill>
                <a:latin typeface="Nunito Sans"/>
                <a:ea typeface="Nunito Sans"/>
                <a:cs typeface="Nunito Sans"/>
                <a:sym typeface="Nunito Sans"/>
              </a:rPr>
              <a:t>Kanıtı sakla, güvenilir bir yetişkine anlat ve platforma bildir.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819150"/>
            <a:ext cx="15240000" cy="67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172033"/>
                </a:solidFill>
                <a:latin typeface="Archivo Black"/>
                <a:ea typeface="Archivo Black"/>
                <a:cs typeface="Archivo Black"/>
                <a:sym typeface="Archivo Black"/>
              </a:rPr>
              <a:t>Mahremiyet: Her bilgi herkese açık değildir.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191250" y="2952750"/>
            <a:ext cx="5905500" cy="3429000"/>
            <a:chOff x="0" y="0"/>
            <a:chExt cx="7874000" cy="4572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740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7874000">
                  <a:moveTo>
                    <a:pt x="102419" y="0"/>
                  </a:moveTo>
                  <a:lnTo>
                    <a:pt x="7771581" y="0"/>
                  </a:lnTo>
                  <a:cubicBezTo>
                    <a:pt x="7828145" y="0"/>
                    <a:pt x="7874000" y="45855"/>
                    <a:pt x="7874000" y="102419"/>
                  </a:cubicBezTo>
                  <a:lnTo>
                    <a:pt x="7874000" y="4469581"/>
                  </a:lnTo>
                  <a:cubicBezTo>
                    <a:pt x="7874000" y="4526145"/>
                    <a:pt x="7828145" y="4572000"/>
                    <a:pt x="7771581" y="4572000"/>
                  </a:cubicBezTo>
                  <a:lnTo>
                    <a:pt x="102419" y="4572000"/>
                  </a:lnTo>
                  <a:cubicBezTo>
                    <a:pt x="45855" y="4572000"/>
                    <a:pt x="0" y="4526145"/>
                    <a:pt x="0" y="4469581"/>
                  </a:cubicBezTo>
                  <a:lnTo>
                    <a:pt x="0" y="102419"/>
                  </a:lnTo>
                  <a:cubicBezTo>
                    <a:pt x="0" y="45855"/>
                    <a:pt x="45855" y="0"/>
                    <a:pt x="102419" y="0"/>
                  </a:cubicBezTo>
                  <a:close/>
                </a:path>
              </a:pathLst>
            </a:custGeom>
            <a:solidFill>
              <a:srgbClr val="F05D3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7874000" cy="4591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  <a:r>
                <a:rPr lang="en-US" sz="285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ÖZEL ALAN</a:t>
              </a:r>
            </a:p>
            <a:p>
              <a:pPr algn="ctr">
                <a:lnSpc>
                  <a:spcPts val="3562"/>
                </a:lnSpc>
              </a:pPr>
              <a:r>
                <a:rPr lang="en-US" sz="285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İzin almadan girilmez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19250" y="3295650"/>
            <a:ext cx="40005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 b="true">
                <a:solidFill>
                  <a:srgbClr val="17203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Ad • adres • parola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3000" y="3295650"/>
            <a:ext cx="40005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 b="true">
                <a:solidFill>
                  <a:srgbClr val="17203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Fotoğraf için izin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9250" y="6629400"/>
            <a:ext cx="40005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 b="true">
                <a:solidFill>
                  <a:srgbClr val="17203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Kim görebilir?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73000" y="6629400"/>
            <a:ext cx="428625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 b="true">
                <a:solidFill>
                  <a:srgbClr val="17203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Paylaşmak gerekli mi?</a:t>
            </a:r>
          </a:p>
        </p:txBody>
      </p:sp>
      <p:sp>
        <p:nvSpPr>
          <p:cNvPr name="AutoShape 10" id="10"/>
          <p:cNvSpPr/>
          <p:nvPr/>
        </p:nvSpPr>
        <p:spPr>
          <a:xfrm>
            <a:off x="5524500" y="4095750"/>
            <a:ext cx="666750" cy="381000"/>
          </a:xfrm>
          <a:prstGeom prst="line">
            <a:avLst/>
          </a:prstGeom>
          <a:ln cap="flat" w="47625">
            <a:solidFill>
              <a:srgbClr val="F05D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12096750" y="4095750"/>
            <a:ext cx="476250" cy="381000"/>
          </a:xfrm>
          <a:prstGeom prst="line">
            <a:avLst/>
          </a:prstGeom>
          <a:ln cap="flat" w="47625">
            <a:solidFill>
              <a:srgbClr val="F05D3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819150"/>
            <a:ext cx="12382500" cy="67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172033"/>
                </a:solidFill>
                <a:latin typeface="Archivo Black"/>
                <a:ea typeface="Archivo Black"/>
                <a:cs typeface="Archivo Black"/>
                <a:sym typeface="Archivo Black"/>
              </a:rPr>
              <a:t>Her tıklama bir iz bırakır.</a:t>
            </a:r>
          </a:p>
        </p:txBody>
      </p:sp>
      <p:grpSp>
        <p:nvGrpSpPr>
          <p:cNvPr name="Group 3" id="3"/>
          <p:cNvGrpSpPr/>
          <p:nvPr/>
        </p:nvGrpSpPr>
        <p:grpSpPr>
          <a:xfrm rot="-600000">
            <a:off x="1714500" y="2857500"/>
            <a:ext cx="1428750" cy="2000250"/>
            <a:chOff x="0" y="0"/>
            <a:chExt cx="1905000" cy="2667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05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1905000">
                  <a:moveTo>
                    <a:pt x="952500" y="0"/>
                  </a:moveTo>
                  <a:cubicBezTo>
                    <a:pt x="1478551" y="0"/>
                    <a:pt x="1905000" y="597028"/>
                    <a:pt x="1905000" y="1333500"/>
                  </a:cubicBezTo>
                  <a:cubicBezTo>
                    <a:pt x="1905000" y="2069972"/>
                    <a:pt x="1478551" y="2667000"/>
                    <a:pt x="952500" y="2667000"/>
                  </a:cubicBezTo>
                  <a:cubicBezTo>
                    <a:pt x="426449" y="2667000"/>
                    <a:pt x="0" y="2069972"/>
                    <a:pt x="0" y="1333500"/>
                  </a:cubicBezTo>
                  <a:cubicBezTo>
                    <a:pt x="0" y="597028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77DA1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05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720000">
            <a:off x="3714750" y="4095750"/>
            <a:ext cx="1428750" cy="2000250"/>
            <a:chOff x="0" y="0"/>
            <a:chExt cx="1905000" cy="266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05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1905000">
                  <a:moveTo>
                    <a:pt x="952500" y="0"/>
                  </a:moveTo>
                  <a:cubicBezTo>
                    <a:pt x="1478551" y="0"/>
                    <a:pt x="1905000" y="597028"/>
                    <a:pt x="1905000" y="1333500"/>
                  </a:cubicBezTo>
                  <a:cubicBezTo>
                    <a:pt x="1905000" y="2069972"/>
                    <a:pt x="1478551" y="2667000"/>
                    <a:pt x="952500" y="2667000"/>
                  </a:cubicBezTo>
                  <a:cubicBezTo>
                    <a:pt x="426449" y="2667000"/>
                    <a:pt x="0" y="2069972"/>
                    <a:pt x="0" y="1333500"/>
                  </a:cubicBezTo>
                  <a:cubicBezTo>
                    <a:pt x="0" y="597028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77DA1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05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600000">
            <a:off x="5810250" y="5334000"/>
            <a:ext cx="1428750" cy="2000250"/>
            <a:chOff x="0" y="0"/>
            <a:chExt cx="1905000" cy="2667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1905000">
                  <a:moveTo>
                    <a:pt x="952500" y="0"/>
                  </a:moveTo>
                  <a:cubicBezTo>
                    <a:pt x="1478551" y="0"/>
                    <a:pt x="1905000" y="597028"/>
                    <a:pt x="1905000" y="1333500"/>
                  </a:cubicBezTo>
                  <a:cubicBezTo>
                    <a:pt x="1905000" y="2069972"/>
                    <a:pt x="1478551" y="2667000"/>
                    <a:pt x="952500" y="2667000"/>
                  </a:cubicBezTo>
                  <a:cubicBezTo>
                    <a:pt x="426449" y="2667000"/>
                    <a:pt x="0" y="2069972"/>
                    <a:pt x="0" y="1333500"/>
                  </a:cubicBezTo>
                  <a:cubicBezTo>
                    <a:pt x="0" y="597028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F05D3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720000">
            <a:off x="7905750" y="6572250"/>
            <a:ext cx="1428750" cy="2000250"/>
            <a:chOff x="0" y="0"/>
            <a:chExt cx="1905000" cy="266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05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1905000">
                  <a:moveTo>
                    <a:pt x="952500" y="0"/>
                  </a:moveTo>
                  <a:cubicBezTo>
                    <a:pt x="1478551" y="0"/>
                    <a:pt x="1905000" y="597028"/>
                    <a:pt x="1905000" y="1333500"/>
                  </a:cubicBezTo>
                  <a:cubicBezTo>
                    <a:pt x="1905000" y="2069972"/>
                    <a:pt x="1478551" y="2667000"/>
                    <a:pt x="952500" y="2667000"/>
                  </a:cubicBezTo>
                  <a:cubicBezTo>
                    <a:pt x="426449" y="2667000"/>
                    <a:pt x="0" y="2069972"/>
                    <a:pt x="0" y="1333500"/>
                  </a:cubicBezTo>
                  <a:cubicBezTo>
                    <a:pt x="0" y="597028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F05D3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05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096500" y="3362325"/>
            <a:ext cx="6667500" cy="123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2"/>
              </a:lnSpc>
            </a:pPr>
            <a:r>
              <a:rPr lang="en-US" sz="4350">
                <a:solidFill>
                  <a:srgbClr val="F05D3F"/>
                </a:solidFill>
                <a:latin typeface="Archivo Black"/>
                <a:ea typeface="Archivo Black"/>
                <a:cs typeface="Archivo Black"/>
                <a:sym typeface="Archivo Black"/>
              </a:rPr>
              <a:t>PAYLAŞMADAN ÖNCE</a:t>
            </a:r>
          </a:p>
          <a:p>
            <a:pPr algn="l">
              <a:lnSpc>
                <a:spcPts val="4872"/>
              </a:lnSpc>
            </a:pPr>
            <a:r>
              <a:rPr lang="en-US" sz="4350">
                <a:solidFill>
                  <a:srgbClr val="F05D3F"/>
                </a:solidFill>
                <a:latin typeface="Archivo Black"/>
                <a:ea typeface="Archivo Black"/>
                <a:cs typeface="Archivo Black"/>
                <a:sym typeface="Archivo Black"/>
              </a:rPr>
              <a:t>DÜŞÜN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96500" y="6153150"/>
            <a:ext cx="6572250" cy="75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72033"/>
                </a:solidFill>
                <a:latin typeface="Nunito Sans"/>
                <a:ea typeface="Nunito Sans"/>
                <a:cs typeface="Nunito Sans"/>
                <a:sym typeface="Nunito Sans"/>
              </a:rPr>
              <a:t>Silmek, tüm kopyaların yok olduğu anlamına gelmeyebilir.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819150"/>
            <a:ext cx="9525000" cy="67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172033"/>
                </a:solidFill>
                <a:latin typeface="Archivo Black"/>
                <a:ea typeface="Archivo Black"/>
                <a:cs typeface="Archivo Black"/>
                <a:sym typeface="Archivo Black"/>
              </a:rPr>
              <a:t>Eser = emek + hak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38250" y="2667000"/>
            <a:ext cx="6953250" cy="4381500"/>
            <a:chOff x="0" y="0"/>
            <a:chExt cx="9271000" cy="5842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271000" cy="5842000"/>
              <a:chOff x="0" y="0"/>
              <a:chExt cx="9271000" cy="5842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271000" cy="5842000"/>
              </a:xfrm>
              <a:custGeom>
                <a:avLst/>
                <a:gdLst/>
                <a:ahLst/>
                <a:cxnLst/>
                <a:rect r="r" b="b" t="t" l="l"/>
                <a:pathLst>
                  <a:path h="5842000" w="9271000">
                    <a:moveTo>
                      <a:pt x="31315" y="0"/>
                    </a:moveTo>
                    <a:lnTo>
                      <a:pt x="9239685" y="0"/>
                    </a:lnTo>
                    <a:cubicBezTo>
                      <a:pt x="9247991" y="0"/>
                      <a:pt x="9255955" y="3299"/>
                      <a:pt x="9261828" y="9172"/>
                    </a:cubicBezTo>
                    <a:cubicBezTo>
                      <a:pt x="9267701" y="15045"/>
                      <a:pt x="9271000" y="23010"/>
                      <a:pt x="9271000" y="31315"/>
                    </a:cubicBezTo>
                    <a:lnTo>
                      <a:pt x="9271000" y="5810685"/>
                    </a:lnTo>
                    <a:cubicBezTo>
                      <a:pt x="9271000" y="5818990"/>
                      <a:pt x="9267701" y="5826955"/>
                      <a:pt x="9261828" y="5832828"/>
                    </a:cubicBezTo>
                    <a:cubicBezTo>
                      <a:pt x="9255955" y="5838701"/>
                      <a:pt x="9247991" y="5842000"/>
                      <a:pt x="9239685" y="5842000"/>
                    </a:cubicBezTo>
                    <a:lnTo>
                      <a:pt x="31315" y="5842000"/>
                    </a:lnTo>
                    <a:cubicBezTo>
                      <a:pt x="23010" y="5842000"/>
                      <a:pt x="15045" y="5838701"/>
                      <a:pt x="9172" y="5832828"/>
                    </a:cubicBezTo>
                    <a:cubicBezTo>
                      <a:pt x="3299" y="5826955"/>
                      <a:pt x="0" y="5818990"/>
                      <a:pt x="0" y="5810685"/>
                    </a:cubicBezTo>
                    <a:lnTo>
                      <a:pt x="0" y="31315"/>
                    </a:lnTo>
                    <a:cubicBezTo>
                      <a:pt x="0" y="23010"/>
                      <a:pt x="3299" y="15045"/>
                      <a:pt x="9172" y="9172"/>
                    </a:cubicBezTo>
                    <a:cubicBezTo>
                      <a:pt x="15045" y="3299"/>
                      <a:pt x="23010" y="0"/>
                      <a:pt x="313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271000" cy="588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508000" y="558800"/>
              <a:ext cx="8255000" cy="749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25"/>
                </a:lnSpc>
              </a:pPr>
              <a:r>
                <a:rPr lang="en-US" sz="3375">
                  <a:solidFill>
                    <a:srgbClr val="F05D3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KOPYALA–YAPIŞTIR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889000" y="2755900"/>
              <a:ext cx="7493000" cy="996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7"/>
                </a:lnSpc>
              </a:pPr>
              <a:r>
                <a:rPr lang="en-US" sz="2250">
                  <a:solidFill>
                    <a:srgbClr val="172033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Başkasının eserini kendi çalışmanmış gibi kullanmak doğru değildir.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810750" y="2667000"/>
            <a:ext cx="7239000" cy="4381500"/>
            <a:chOff x="0" y="0"/>
            <a:chExt cx="9652000" cy="5842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652000" cy="5842000"/>
              <a:chOff x="0" y="0"/>
              <a:chExt cx="9652000" cy="5842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652000" cy="5842000"/>
              </a:xfrm>
              <a:custGeom>
                <a:avLst/>
                <a:gdLst/>
                <a:ahLst/>
                <a:cxnLst/>
                <a:rect r="r" b="b" t="t" l="l"/>
                <a:pathLst>
                  <a:path h="5842000" w="9652000">
                    <a:moveTo>
                      <a:pt x="30079" y="0"/>
                    </a:moveTo>
                    <a:lnTo>
                      <a:pt x="9621921" y="0"/>
                    </a:lnTo>
                    <a:cubicBezTo>
                      <a:pt x="9629898" y="0"/>
                      <a:pt x="9637549" y="3169"/>
                      <a:pt x="9643190" y="8810"/>
                    </a:cubicBezTo>
                    <a:cubicBezTo>
                      <a:pt x="9648831" y="14451"/>
                      <a:pt x="9652000" y="22102"/>
                      <a:pt x="9652000" y="30079"/>
                    </a:cubicBezTo>
                    <a:lnTo>
                      <a:pt x="9652000" y="5811921"/>
                    </a:lnTo>
                    <a:cubicBezTo>
                      <a:pt x="9652000" y="5819899"/>
                      <a:pt x="9648831" y="5827549"/>
                      <a:pt x="9643190" y="5833190"/>
                    </a:cubicBezTo>
                    <a:cubicBezTo>
                      <a:pt x="9637549" y="5838831"/>
                      <a:pt x="9629898" y="5842000"/>
                      <a:pt x="9621921" y="5842000"/>
                    </a:cubicBezTo>
                    <a:lnTo>
                      <a:pt x="30079" y="5842000"/>
                    </a:lnTo>
                    <a:cubicBezTo>
                      <a:pt x="22102" y="5842000"/>
                      <a:pt x="14451" y="5838831"/>
                      <a:pt x="8810" y="5833190"/>
                    </a:cubicBezTo>
                    <a:cubicBezTo>
                      <a:pt x="3169" y="5827549"/>
                      <a:pt x="0" y="5819899"/>
                      <a:pt x="0" y="5811921"/>
                    </a:cubicBezTo>
                    <a:lnTo>
                      <a:pt x="0" y="30079"/>
                    </a:lnTo>
                    <a:cubicBezTo>
                      <a:pt x="0" y="22102"/>
                      <a:pt x="3169" y="14451"/>
                      <a:pt x="8810" y="8810"/>
                    </a:cubicBezTo>
                    <a:cubicBezTo>
                      <a:pt x="14451" y="3169"/>
                      <a:pt x="22102" y="0"/>
                      <a:pt x="3007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9652000" cy="588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508000" y="568325"/>
              <a:ext cx="88900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43AA8B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İZİN + LİSANS + KAYNAK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016000" y="2755900"/>
              <a:ext cx="7874000" cy="996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7"/>
                </a:lnSpc>
              </a:pPr>
              <a:r>
                <a:rPr lang="en-US" sz="2250">
                  <a:solidFill>
                    <a:srgbClr val="172033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Kullanım izni ile kaynak göstermek aynı şey değildir; ikisini de kontrol et.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762500" y="8020050"/>
            <a:ext cx="8763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>
                <a:solidFill>
                  <a:srgbClr val="277DA1"/>
                </a:solidFill>
                <a:latin typeface="Archivo Black"/>
                <a:ea typeface="Archivo Black"/>
                <a:cs typeface="Archivo Black"/>
                <a:sym typeface="Archivo Black"/>
              </a:rPr>
              <a:t>“Bunu kullanmaya hakkım var mı?”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06000" y="0"/>
            <a:ext cx="8382000" cy="10287000"/>
          </a:xfrm>
          <a:custGeom>
            <a:avLst/>
            <a:gdLst/>
            <a:ahLst/>
            <a:cxnLst/>
            <a:rect r="r" b="b" t="t" l="l"/>
            <a:pathLst>
              <a:path h="10287000" w="8382000">
                <a:moveTo>
                  <a:pt x="0" y="0"/>
                </a:moveTo>
                <a:lnTo>
                  <a:pt x="8382000" y="0"/>
                </a:lnTo>
                <a:lnTo>
                  <a:pt x="8382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" r="0" b="-65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52500" y="1247775"/>
            <a:ext cx="7810500" cy="2404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5400">
                <a:solidFill>
                  <a:srgbClr val="43AA8B"/>
                </a:solidFill>
                <a:latin typeface="Archivo Black"/>
                <a:ea typeface="Archivo Black"/>
                <a:cs typeface="Archivo Black"/>
                <a:sym typeface="Archivo Black"/>
              </a:rPr>
              <a:t>Özgün üret.</a:t>
            </a:r>
          </a:p>
          <a:p>
            <a:pPr algn="l">
              <a:lnSpc>
                <a:spcPts val="6372"/>
              </a:lnSpc>
            </a:pPr>
            <a:r>
              <a:rPr lang="en-US" sz="5400">
                <a:solidFill>
                  <a:srgbClr val="43AA8B"/>
                </a:solidFill>
                <a:latin typeface="Archivo Black"/>
                <a:ea typeface="Archivo Black"/>
                <a:cs typeface="Archivo Black"/>
                <a:sym typeface="Archivo Black"/>
              </a:rPr>
              <a:t>İzin iste.</a:t>
            </a:r>
          </a:p>
          <a:p>
            <a:pPr algn="l">
              <a:lnSpc>
                <a:spcPts val="6372"/>
              </a:lnSpc>
            </a:pPr>
            <a:r>
              <a:rPr lang="en-US" sz="5400">
                <a:solidFill>
                  <a:srgbClr val="43AA8B"/>
                </a:solidFill>
                <a:latin typeface="Archivo Black"/>
                <a:ea typeface="Archivo Black"/>
                <a:cs typeface="Archivo Black"/>
                <a:sym typeface="Archivo Black"/>
              </a:rPr>
              <a:t>Katkıyı belirt.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5867400"/>
            <a:ext cx="7239000" cy="75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72033"/>
                </a:solidFill>
                <a:latin typeface="Nunito Sans"/>
                <a:ea typeface="Nunito Sans"/>
                <a:cs typeface="Nunito Sans"/>
                <a:sym typeface="Nunito Sans"/>
              </a:rPr>
              <a:t>Referansın lisansını kontrol et. Ortak çalışmada kimin ne yaptığını açıkça belirt.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2500" y="8096250"/>
            <a:ext cx="4000500" cy="857250"/>
            <a:chOff x="0" y="0"/>
            <a:chExt cx="5334000" cy="1143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34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43AA8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334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2500" y="8334375"/>
            <a:ext cx="3810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tru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ETİK ÜRETİM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819150"/>
            <a:ext cx="15240000" cy="67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172033"/>
                </a:solidFill>
                <a:latin typeface="Archivo Black"/>
                <a:ea typeface="Archivo Black"/>
                <a:cs typeface="Archivo Black"/>
                <a:sym typeface="Archivo Black"/>
              </a:rPr>
              <a:t>Hesabını korumak, çevreni de korumaktır.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809750" y="2952750"/>
            <a:ext cx="7429500" cy="1143000"/>
            <a:chOff x="0" y="0"/>
            <a:chExt cx="9906000" cy="1524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906000" cy="1524000"/>
              <a:chOff x="0" y="0"/>
              <a:chExt cx="9906000" cy="1524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906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9906000">
                    <a:moveTo>
                      <a:pt x="29308" y="0"/>
                    </a:moveTo>
                    <a:lnTo>
                      <a:pt x="9876692" y="0"/>
                    </a:lnTo>
                    <a:cubicBezTo>
                      <a:pt x="9892878" y="0"/>
                      <a:pt x="9906000" y="13122"/>
                      <a:pt x="9906000" y="29308"/>
                    </a:cubicBezTo>
                    <a:lnTo>
                      <a:pt x="9906000" y="1494692"/>
                    </a:lnTo>
                    <a:cubicBezTo>
                      <a:pt x="9906000" y="1510879"/>
                      <a:pt x="9892878" y="1524000"/>
                      <a:pt x="9876692" y="1524000"/>
                    </a:cubicBezTo>
                    <a:lnTo>
                      <a:pt x="29308" y="1524000"/>
                    </a:lnTo>
                    <a:cubicBezTo>
                      <a:pt x="13122" y="1524000"/>
                      <a:pt x="0" y="1510879"/>
                      <a:pt x="0" y="1494692"/>
                    </a:cubicBezTo>
                    <a:lnTo>
                      <a:pt x="0" y="29308"/>
                    </a:lnTo>
                    <a:cubicBezTo>
                      <a:pt x="0" y="13122"/>
                      <a:pt x="13122" y="0"/>
                      <a:pt x="2930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9060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762000" y="469900"/>
              <a:ext cx="8890000" cy="488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 b="true">
                  <a:solidFill>
                    <a:srgbClr val="172033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1  Güçlü ve benzersiz parola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38750" y="4476750"/>
            <a:ext cx="7429500" cy="1143000"/>
            <a:chOff x="0" y="0"/>
            <a:chExt cx="9906000" cy="1524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9906000" cy="1524000"/>
              <a:chOff x="0" y="0"/>
              <a:chExt cx="9906000" cy="1524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906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9906000">
                    <a:moveTo>
                      <a:pt x="29308" y="0"/>
                    </a:moveTo>
                    <a:lnTo>
                      <a:pt x="9876692" y="0"/>
                    </a:lnTo>
                    <a:cubicBezTo>
                      <a:pt x="9892878" y="0"/>
                      <a:pt x="9906000" y="13122"/>
                      <a:pt x="9906000" y="29308"/>
                    </a:cubicBezTo>
                    <a:lnTo>
                      <a:pt x="9906000" y="1494692"/>
                    </a:lnTo>
                    <a:cubicBezTo>
                      <a:pt x="9906000" y="1510879"/>
                      <a:pt x="9892878" y="1524000"/>
                      <a:pt x="9876692" y="1524000"/>
                    </a:cubicBezTo>
                    <a:lnTo>
                      <a:pt x="29308" y="1524000"/>
                    </a:lnTo>
                    <a:cubicBezTo>
                      <a:pt x="13122" y="1524000"/>
                      <a:pt x="0" y="1510879"/>
                      <a:pt x="0" y="1494692"/>
                    </a:cubicBezTo>
                    <a:lnTo>
                      <a:pt x="0" y="29308"/>
                    </a:lnTo>
                    <a:cubicBezTo>
                      <a:pt x="0" y="13122"/>
                      <a:pt x="13122" y="0"/>
                      <a:pt x="2930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99060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762000" y="469900"/>
              <a:ext cx="8890000" cy="488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 b="true">
                  <a:solidFill>
                    <a:srgbClr val="172033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2  Çok faktörlü doğrulama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667750" y="6000750"/>
            <a:ext cx="7429500" cy="1143000"/>
            <a:chOff x="0" y="0"/>
            <a:chExt cx="9906000" cy="1524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906000" cy="1524000"/>
              <a:chOff x="0" y="0"/>
              <a:chExt cx="9906000" cy="1524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906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9906000">
                    <a:moveTo>
                      <a:pt x="29308" y="0"/>
                    </a:moveTo>
                    <a:lnTo>
                      <a:pt x="9876692" y="0"/>
                    </a:lnTo>
                    <a:cubicBezTo>
                      <a:pt x="9892878" y="0"/>
                      <a:pt x="9906000" y="13122"/>
                      <a:pt x="9906000" y="29308"/>
                    </a:cubicBezTo>
                    <a:lnTo>
                      <a:pt x="9906000" y="1494692"/>
                    </a:lnTo>
                    <a:cubicBezTo>
                      <a:pt x="9906000" y="1510879"/>
                      <a:pt x="9892878" y="1524000"/>
                      <a:pt x="9876692" y="1524000"/>
                    </a:cubicBezTo>
                    <a:lnTo>
                      <a:pt x="29308" y="1524000"/>
                    </a:lnTo>
                    <a:cubicBezTo>
                      <a:pt x="13122" y="1524000"/>
                      <a:pt x="0" y="1510879"/>
                      <a:pt x="0" y="1494692"/>
                    </a:cubicBezTo>
                    <a:lnTo>
                      <a:pt x="0" y="29308"/>
                    </a:lnTo>
                    <a:cubicBezTo>
                      <a:pt x="0" y="13122"/>
                      <a:pt x="13122" y="0"/>
                      <a:pt x="2930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99060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762000" y="469900"/>
              <a:ext cx="8890000" cy="488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 b="true">
                  <a:solidFill>
                    <a:srgbClr val="172033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3  Şüpheli bağlantıda dur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906250" y="8324850"/>
            <a:ext cx="476250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>
                <a:solidFill>
                  <a:srgbClr val="7B61A8"/>
                </a:solidFill>
                <a:latin typeface="Archivo Black"/>
                <a:ea typeface="Archivo Black"/>
                <a:cs typeface="Archivo Black"/>
                <a:sym typeface="Archivo Black"/>
              </a:rPr>
              <a:t>Parolanı paylaşma.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819150"/>
            <a:ext cx="14287500" cy="67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172033"/>
                </a:solidFill>
                <a:latin typeface="Archivo Black"/>
                <a:ea typeface="Archivo Black"/>
                <a:cs typeface="Archivo Black"/>
                <a:sym typeface="Archivo Black"/>
              </a:rPr>
              <a:t>Gördüğün her şey doğru olmayabilir.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43000" y="3048000"/>
            <a:ext cx="4572000" cy="2000250"/>
            <a:chOff x="0" y="0"/>
            <a:chExt cx="6096000" cy="2667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96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6096000">
                  <a:moveTo>
                    <a:pt x="52917" y="0"/>
                  </a:moveTo>
                  <a:lnTo>
                    <a:pt x="6043083" y="0"/>
                  </a:lnTo>
                  <a:cubicBezTo>
                    <a:pt x="6072308" y="0"/>
                    <a:pt x="6096000" y="23692"/>
                    <a:pt x="6096000" y="52917"/>
                  </a:cubicBezTo>
                  <a:lnTo>
                    <a:pt x="6096000" y="2614083"/>
                  </a:lnTo>
                  <a:cubicBezTo>
                    <a:pt x="6096000" y="2643308"/>
                    <a:pt x="6072308" y="2667000"/>
                    <a:pt x="6043083" y="2667000"/>
                  </a:cubicBezTo>
                  <a:lnTo>
                    <a:pt x="52917" y="2667000"/>
                  </a:lnTo>
                  <a:cubicBezTo>
                    <a:pt x="23692" y="2667000"/>
                    <a:pt x="0" y="2643308"/>
                    <a:pt x="0" y="2614083"/>
                  </a:cubicBezTo>
                  <a:lnTo>
                    <a:pt x="0" y="52917"/>
                  </a:lnTo>
                  <a:cubicBezTo>
                    <a:pt x="0" y="23692"/>
                    <a:pt x="23692" y="0"/>
                    <a:pt x="52917" y="0"/>
                  </a:cubicBezTo>
                  <a:close/>
                </a:path>
              </a:pathLst>
            </a:custGeom>
            <a:solidFill>
              <a:srgbClr val="16A6A1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096000" cy="266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DUR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Hemen paylaşma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191250" y="3048000"/>
            <a:ext cx="5905500" cy="2000250"/>
            <a:chOff x="0" y="0"/>
            <a:chExt cx="7874000" cy="266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74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7874000">
                  <a:moveTo>
                    <a:pt x="40968" y="0"/>
                  </a:moveTo>
                  <a:lnTo>
                    <a:pt x="7833032" y="0"/>
                  </a:lnTo>
                  <a:cubicBezTo>
                    <a:pt x="7843898" y="0"/>
                    <a:pt x="7854318" y="4316"/>
                    <a:pt x="7862001" y="11999"/>
                  </a:cubicBezTo>
                  <a:cubicBezTo>
                    <a:pt x="7869684" y="19682"/>
                    <a:pt x="7874000" y="30102"/>
                    <a:pt x="7874000" y="40968"/>
                  </a:cubicBezTo>
                  <a:lnTo>
                    <a:pt x="7874000" y="2626032"/>
                  </a:lnTo>
                  <a:cubicBezTo>
                    <a:pt x="7874000" y="2636898"/>
                    <a:pt x="7869684" y="2647318"/>
                    <a:pt x="7862001" y="2655001"/>
                  </a:cubicBezTo>
                  <a:cubicBezTo>
                    <a:pt x="7854318" y="2662684"/>
                    <a:pt x="7843898" y="2667000"/>
                    <a:pt x="7833032" y="2667000"/>
                  </a:cubicBezTo>
                  <a:lnTo>
                    <a:pt x="40968" y="2667000"/>
                  </a:lnTo>
                  <a:cubicBezTo>
                    <a:pt x="30102" y="2667000"/>
                    <a:pt x="19682" y="2662684"/>
                    <a:pt x="11999" y="2655001"/>
                  </a:cubicBezTo>
                  <a:cubicBezTo>
                    <a:pt x="4316" y="2647318"/>
                    <a:pt x="0" y="2636898"/>
                    <a:pt x="0" y="2626032"/>
                  </a:cubicBezTo>
                  <a:lnTo>
                    <a:pt x="0" y="40968"/>
                  </a:lnTo>
                  <a:cubicBezTo>
                    <a:pt x="0" y="30102"/>
                    <a:pt x="4316" y="19682"/>
                    <a:pt x="11999" y="11999"/>
                  </a:cubicBezTo>
                  <a:cubicBezTo>
                    <a:pt x="19682" y="4316"/>
                    <a:pt x="30102" y="0"/>
                    <a:pt x="40968" y="0"/>
                  </a:cubicBezTo>
                  <a:close/>
                </a:path>
              </a:pathLst>
            </a:custGeom>
            <a:solidFill>
              <a:srgbClr val="277DA1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7874000" cy="266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KAYNAĞI KONTROL ET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Kim söylüyor?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573000" y="3048000"/>
            <a:ext cx="4572000" cy="2000250"/>
            <a:chOff x="0" y="0"/>
            <a:chExt cx="6096000" cy="2667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96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6096000">
                  <a:moveTo>
                    <a:pt x="52917" y="0"/>
                  </a:moveTo>
                  <a:lnTo>
                    <a:pt x="6043083" y="0"/>
                  </a:lnTo>
                  <a:cubicBezTo>
                    <a:pt x="6072308" y="0"/>
                    <a:pt x="6096000" y="23692"/>
                    <a:pt x="6096000" y="52917"/>
                  </a:cubicBezTo>
                  <a:lnTo>
                    <a:pt x="6096000" y="2614083"/>
                  </a:lnTo>
                  <a:cubicBezTo>
                    <a:pt x="6096000" y="2643308"/>
                    <a:pt x="6072308" y="2667000"/>
                    <a:pt x="6043083" y="2667000"/>
                  </a:cubicBezTo>
                  <a:lnTo>
                    <a:pt x="52917" y="2667000"/>
                  </a:lnTo>
                  <a:cubicBezTo>
                    <a:pt x="23692" y="2667000"/>
                    <a:pt x="0" y="2643308"/>
                    <a:pt x="0" y="2614083"/>
                  </a:cubicBezTo>
                  <a:lnTo>
                    <a:pt x="0" y="52917"/>
                  </a:lnTo>
                  <a:cubicBezTo>
                    <a:pt x="0" y="23692"/>
                    <a:pt x="23692" y="0"/>
                    <a:pt x="52917" y="0"/>
                  </a:cubicBezTo>
                  <a:close/>
                </a:path>
              </a:pathLst>
            </a:custGeom>
            <a:solidFill>
              <a:srgbClr val="7B61A8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6096000" cy="266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TARİHİ DOĞRULA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Güncel mi?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715000" y="4048125"/>
            <a:ext cx="476250" cy="0"/>
          </a:xfrm>
          <a:prstGeom prst="line">
            <a:avLst/>
          </a:prstGeom>
          <a:ln cap="flat" w="57150">
            <a:solidFill>
              <a:srgbClr val="1720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2096750" y="4048125"/>
            <a:ext cx="476250" cy="0"/>
          </a:xfrm>
          <a:prstGeom prst="line">
            <a:avLst/>
          </a:prstGeom>
          <a:ln cap="flat" w="57150">
            <a:solidFill>
              <a:srgbClr val="1720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3429000" y="7486650"/>
            <a:ext cx="114300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250" b="true">
                <a:solidFill>
                  <a:srgbClr val="17203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Yapay zekâ kullandıysan açıkça belirt; sonucu kontrol et ve sorumluluğu üstlen.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561975"/>
            <a:ext cx="857250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Ne yapardın?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57250" y="2667000"/>
            <a:ext cx="3143250" cy="2095500"/>
            <a:chOff x="0" y="0"/>
            <a:chExt cx="4191000" cy="2794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4191000" cy="2794000"/>
              <a:chOff x="0" y="0"/>
              <a:chExt cx="4191000" cy="2794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191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4191000">
                    <a:moveTo>
                      <a:pt x="69273" y="0"/>
                    </a:moveTo>
                    <a:lnTo>
                      <a:pt x="4121727" y="0"/>
                    </a:lnTo>
                    <a:cubicBezTo>
                      <a:pt x="4140100" y="0"/>
                      <a:pt x="4157719" y="7298"/>
                      <a:pt x="4170711" y="20290"/>
                    </a:cubicBezTo>
                    <a:cubicBezTo>
                      <a:pt x="4183702" y="33281"/>
                      <a:pt x="4191000" y="50900"/>
                      <a:pt x="4191000" y="69273"/>
                    </a:cubicBezTo>
                    <a:lnTo>
                      <a:pt x="4191000" y="2724727"/>
                    </a:lnTo>
                    <a:cubicBezTo>
                      <a:pt x="4191000" y="2743100"/>
                      <a:pt x="4183702" y="2760719"/>
                      <a:pt x="4170711" y="2773711"/>
                    </a:cubicBezTo>
                    <a:cubicBezTo>
                      <a:pt x="4157719" y="2786702"/>
                      <a:pt x="4140100" y="2794000"/>
                      <a:pt x="4121727" y="2794000"/>
                    </a:cubicBezTo>
                    <a:lnTo>
                      <a:pt x="69273" y="2794000"/>
                    </a:lnTo>
                    <a:cubicBezTo>
                      <a:pt x="50900" y="2794000"/>
                      <a:pt x="33281" y="2786702"/>
                      <a:pt x="20290" y="2773711"/>
                    </a:cubicBezTo>
                    <a:cubicBezTo>
                      <a:pt x="7298" y="2760719"/>
                      <a:pt x="0" y="2743100"/>
                      <a:pt x="0" y="2724727"/>
                    </a:cubicBezTo>
                    <a:lnTo>
                      <a:pt x="0" y="69273"/>
                    </a:lnTo>
                    <a:cubicBezTo>
                      <a:pt x="0" y="50900"/>
                      <a:pt x="7298" y="33281"/>
                      <a:pt x="20290" y="20290"/>
                    </a:cubicBezTo>
                    <a:cubicBezTo>
                      <a:pt x="33281" y="7298"/>
                      <a:pt x="50900" y="0"/>
                      <a:pt x="69273" y="0"/>
                    </a:cubicBezTo>
                    <a:close/>
                  </a:path>
                </a:pathLst>
              </a:custGeom>
              <a:solidFill>
                <a:srgbClr val="F05D3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191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54000" y="850900"/>
              <a:ext cx="3810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İzinsiz fotoğraf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191000" y="2667000"/>
            <a:ext cx="3143250" cy="2095500"/>
            <a:chOff x="0" y="0"/>
            <a:chExt cx="4191000" cy="2794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4191000" cy="2794000"/>
              <a:chOff x="0" y="0"/>
              <a:chExt cx="4191000" cy="2794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191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4191000">
                    <a:moveTo>
                      <a:pt x="69273" y="0"/>
                    </a:moveTo>
                    <a:lnTo>
                      <a:pt x="4121727" y="0"/>
                    </a:lnTo>
                    <a:cubicBezTo>
                      <a:pt x="4140100" y="0"/>
                      <a:pt x="4157719" y="7298"/>
                      <a:pt x="4170711" y="20290"/>
                    </a:cubicBezTo>
                    <a:cubicBezTo>
                      <a:pt x="4183702" y="33281"/>
                      <a:pt x="4191000" y="50900"/>
                      <a:pt x="4191000" y="69273"/>
                    </a:cubicBezTo>
                    <a:lnTo>
                      <a:pt x="4191000" y="2724727"/>
                    </a:lnTo>
                    <a:cubicBezTo>
                      <a:pt x="4191000" y="2743100"/>
                      <a:pt x="4183702" y="2760719"/>
                      <a:pt x="4170711" y="2773711"/>
                    </a:cubicBezTo>
                    <a:cubicBezTo>
                      <a:pt x="4157719" y="2786702"/>
                      <a:pt x="4140100" y="2794000"/>
                      <a:pt x="4121727" y="2794000"/>
                    </a:cubicBezTo>
                    <a:lnTo>
                      <a:pt x="69273" y="2794000"/>
                    </a:lnTo>
                    <a:cubicBezTo>
                      <a:pt x="50900" y="2794000"/>
                      <a:pt x="33281" y="2786702"/>
                      <a:pt x="20290" y="2773711"/>
                    </a:cubicBezTo>
                    <a:cubicBezTo>
                      <a:pt x="7298" y="2760719"/>
                      <a:pt x="0" y="2743100"/>
                      <a:pt x="0" y="2724727"/>
                    </a:cubicBezTo>
                    <a:lnTo>
                      <a:pt x="0" y="69273"/>
                    </a:lnTo>
                    <a:cubicBezTo>
                      <a:pt x="0" y="50900"/>
                      <a:pt x="7298" y="33281"/>
                      <a:pt x="20290" y="20290"/>
                    </a:cubicBezTo>
                    <a:cubicBezTo>
                      <a:pt x="33281" y="7298"/>
                      <a:pt x="50900" y="0"/>
                      <a:pt x="69273" y="0"/>
                    </a:cubicBezTo>
                    <a:close/>
                  </a:path>
                </a:pathLst>
              </a:custGeom>
              <a:solidFill>
                <a:srgbClr val="7B61A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191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54000" y="850900"/>
              <a:ext cx="3810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Başkasının çizimi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524750" y="2667000"/>
            <a:ext cx="3143250" cy="2095500"/>
            <a:chOff x="0" y="0"/>
            <a:chExt cx="4191000" cy="2794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191000" cy="2794000"/>
              <a:chOff x="0" y="0"/>
              <a:chExt cx="4191000" cy="2794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191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4191000">
                    <a:moveTo>
                      <a:pt x="69273" y="0"/>
                    </a:moveTo>
                    <a:lnTo>
                      <a:pt x="4121727" y="0"/>
                    </a:lnTo>
                    <a:cubicBezTo>
                      <a:pt x="4140100" y="0"/>
                      <a:pt x="4157719" y="7298"/>
                      <a:pt x="4170711" y="20290"/>
                    </a:cubicBezTo>
                    <a:cubicBezTo>
                      <a:pt x="4183702" y="33281"/>
                      <a:pt x="4191000" y="50900"/>
                      <a:pt x="4191000" y="69273"/>
                    </a:cubicBezTo>
                    <a:lnTo>
                      <a:pt x="4191000" y="2724727"/>
                    </a:lnTo>
                    <a:cubicBezTo>
                      <a:pt x="4191000" y="2743100"/>
                      <a:pt x="4183702" y="2760719"/>
                      <a:pt x="4170711" y="2773711"/>
                    </a:cubicBezTo>
                    <a:cubicBezTo>
                      <a:pt x="4157719" y="2786702"/>
                      <a:pt x="4140100" y="2794000"/>
                      <a:pt x="4121727" y="2794000"/>
                    </a:cubicBezTo>
                    <a:lnTo>
                      <a:pt x="69273" y="2794000"/>
                    </a:lnTo>
                    <a:cubicBezTo>
                      <a:pt x="50900" y="2794000"/>
                      <a:pt x="33281" y="2786702"/>
                      <a:pt x="20290" y="2773711"/>
                    </a:cubicBezTo>
                    <a:cubicBezTo>
                      <a:pt x="7298" y="2760719"/>
                      <a:pt x="0" y="2743100"/>
                      <a:pt x="0" y="2724727"/>
                    </a:cubicBezTo>
                    <a:lnTo>
                      <a:pt x="0" y="69273"/>
                    </a:lnTo>
                    <a:cubicBezTo>
                      <a:pt x="0" y="50900"/>
                      <a:pt x="7298" y="33281"/>
                      <a:pt x="20290" y="20290"/>
                    </a:cubicBezTo>
                    <a:cubicBezTo>
                      <a:pt x="33281" y="7298"/>
                      <a:pt x="50900" y="0"/>
                      <a:pt x="69273" y="0"/>
                    </a:cubicBezTo>
                    <a:close/>
                  </a:path>
                </a:pathLst>
              </a:custGeom>
              <a:solidFill>
                <a:srgbClr val="F05D3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4191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254000" y="850900"/>
              <a:ext cx="3810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Sohbette alay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858500" y="2667000"/>
            <a:ext cx="3143250" cy="2095500"/>
            <a:chOff x="0" y="0"/>
            <a:chExt cx="4191000" cy="2794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4191000" cy="2794000"/>
              <a:chOff x="0" y="0"/>
              <a:chExt cx="4191000" cy="2794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191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4191000">
                    <a:moveTo>
                      <a:pt x="69273" y="0"/>
                    </a:moveTo>
                    <a:lnTo>
                      <a:pt x="4121727" y="0"/>
                    </a:lnTo>
                    <a:cubicBezTo>
                      <a:pt x="4140100" y="0"/>
                      <a:pt x="4157719" y="7298"/>
                      <a:pt x="4170711" y="20290"/>
                    </a:cubicBezTo>
                    <a:cubicBezTo>
                      <a:pt x="4183702" y="33281"/>
                      <a:pt x="4191000" y="50900"/>
                      <a:pt x="4191000" y="69273"/>
                    </a:cubicBezTo>
                    <a:lnTo>
                      <a:pt x="4191000" y="2724727"/>
                    </a:lnTo>
                    <a:cubicBezTo>
                      <a:pt x="4191000" y="2743100"/>
                      <a:pt x="4183702" y="2760719"/>
                      <a:pt x="4170711" y="2773711"/>
                    </a:cubicBezTo>
                    <a:cubicBezTo>
                      <a:pt x="4157719" y="2786702"/>
                      <a:pt x="4140100" y="2794000"/>
                      <a:pt x="4121727" y="2794000"/>
                    </a:cubicBezTo>
                    <a:lnTo>
                      <a:pt x="69273" y="2794000"/>
                    </a:lnTo>
                    <a:cubicBezTo>
                      <a:pt x="50900" y="2794000"/>
                      <a:pt x="33281" y="2786702"/>
                      <a:pt x="20290" y="2773711"/>
                    </a:cubicBezTo>
                    <a:cubicBezTo>
                      <a:pt x="7298" y="2760719"/>
                      <a:pt x="0" y="2743100"/>
                      <a:pt x="0" y="2724727"/>
                    </a:cubicBezTo>
                    <a:lnTo>
                      <a:pt x="0" y="69273"/>
                    </a:lnTo>
                    <a:cubicBezTo>
                      <a:pt x="0" y="50900"/>
                      <a:pt x="7298" y="33281"/>
                      <a:pt x="20290" y="20290"/>
                    </a:cubicBezTo>
                    <a:cubicBezTo>
                      <a:pt x="33281" y="7298"/>
                      <a:pt x="50900" y="0"/>
                      <a:pt x="69273" y="0"/>
                    </a:cubicBezTo>
                    <a:close/>
                  </a:path>
                </a:pathLst>
              </a:custGeom>
              <a:solidFill>
                <a:srgbClr val="7B61A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4191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254000" y="850900"/>
              <a:ext cx="3810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Belirsiz haber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192250" y="2667000"/>
            <a:ext cx="3143250" cy="2095500"/>
            <a:chOff x="0" y="0"/>
            <a:chExt cx="4191000" cy="27940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4191000" cy="2794000"/>
              <a:chOff x="0" y="0"/>
              <a:chExt cx="4191000" cy="2794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191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4191000">
                    <a:moveTo>
                      <a:pt x="69273" y="0"/>
                    </a:moveTo>
                    <a:lnTo>
                      <a:pt x="4121727" y="0"/>
                    </a:lnTo>
                    <a:cubicBezTo>
                      <a:pt x="4140100" y="0"/>
                      <a:pt x="4157719" y="7298"/>
                      <a:pt x="4170711" y="20290"/>
                    </a:cubicBezTo>
                    <a:cubicBezTo>
                      <a:pt x="4183702" y="33281"/>
                      <a:pt x="4191000" y="50900"/>
                      <a:pt x="4191000" y="69273"/>
                    </a:cubicBezTo>
                    <a:lnTo>
                      <a:pt x="4191000" y="2724727"/>
                    </a:lnTo>
                    <a:cubicBezTo>
                      <a:pt x="4191000" y="2743100"/>
                      <a:pt x="4183702" y="2760719"/>
                      <a:pt x="4170711" y="2773711"/>
                    </a:cubicBezTo>
                    <a:cubicBezTo>
                      <a:pt x="4157719" y="2786702"/>
                      <a:pt x="4140100" y="2794000"/>
                      <a:pt x="4121727" y="2794000"/>
                    </a:cubicBezTo>
                    <a:lnTo>
                      <a:pt x="69273" y="2794000"/>
                    </a:lnTo>
                    <a:cubicBezTo>
                      <a:pt x="50900" y="2794000"/>
                      <a:pt x="33281" y="2786702"/>
                      <a:pt x="20290" y="2773711"/>
                    </a:cubicBezTo>
                    <a:cubicBezTo>
                      <a:pt x="7298" y="2760719"/>
                      <a:pt x="0" y="2743100"/>
                      <a:pt x="0" y="2724727"/>
                    </a:cubicBezTo>
                    <a:lnTo>
                      <a:pt x="0" y="69273"/>
                    </a:lnTo>
                    <a:cubicBezTo>
                      <a:pt x="0" y="50900"/>
                      <a:pt x="7298" y="33281"/>
                      <a:pt x="20290" y="20290"/>
                    </a:cubicBezTo>
                    <a:cubicBezTo>
                      <a:pt x="33281" y="7298"/>
                      <a:pt x="50900" y="0"/>
                      <a:pt x="69273" y="0"/>
                    </a:cubicBezTo>
                    <a:close/>
                  </a:path>
                </a:pathLst>
              </a:custGeom>
              <a:solidFill>
                <a:srgbClr val="F05D3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4191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254000" y="850900"/>
              <a:ext cx="3810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Yapay zekâ eseri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524000" y="7086600"/>
            <a:ext cx="15240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5"/>
              </a:lnSpc>
            </a:pPr>
            <a:r>
              <a:rPr lang="en-US" sz="2625">
                <a:solidFill>
                  <a:srgbClr val="F2C14E"/>
                </a:solidFill>
                <a:latin typeface="Archivo Black"/>
                <a:ea typeface="Archivo Black"/>
                <a:cs typeface="Archivo Black"/>
                <a:sym typeface="Archivo Black"/>
              </a:rPr>
              <a:t>Kim etkilenir?  •  Hangi haklar var?  •  Sonuç ne olur?  •  Daha iyi seçenek ne?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23900"/>
            <a:ext cx="14287500" cy="67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172033"/>
                </a:solidFill>
                <a:latin typeface="Archivo Black"/>
                <a:ea typeface="Archivo Black"/>
                <a:cs typeface="Archivo Black"/>
                <a:sym typeface="Archivo Black"/>
              </a:rPr>
              <a:t>Etik karar, düşünülmüş karardır.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2857500"/>
            <a:ext cx="3524250" cy="1428750"/>
            <a:chOff x="0" y="0"/>
            <a:chExt cx="46990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9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699000">
                  <a:moveTo>
                    <a:pt x="68649" y="0"/>
                  </a:moveTo>
                  <a:lnTo>
                    <a:pt x="4630351" y="0"/>
                  </a:lnTo>
                  <a:cubicBezTo>
                    <a:pt x="4668265" y="0"/>
                    <a:pt x="4699000" y="30735"/>
                    <a:pt x="4699000" y="68649"/>
                  </a:cubicBezTo>
                  <a:lnTo>
                    <a:pt x="4699000" y="1836351"/>
                  </a:lnTo>
                  <a:cubicBezTo>
                    <a:pt x="4699000" y="1874265"/>
                    <a:pt x="4668265" y="1905000"/>
                    <a:pt x="4630351" y="1905000"/>
                  </a:cubicBezTo>
                  <a:lnTo>
                    <a:pt x="68649" y="1905000"/>
                  </a:lnTo>
                  <a:cubicBezTo>
                    <a:pt x="30735" y="1905000"/>
                    <a:pt x="0" y="1874265"/>
                    <a:pt x="0" y="1836351"/>
                  </a:cubicBezTo>
                  <a:lnTo>
                    <a:pt x="0" y="68649"/>
                  </a:lnTo>
                  <a:cubicBezTo>
                    <a:pt x="0" y="30735"/>
                    <a:pt x="30735" y="0"/>
                    <a:pt x="68649" y="0"/>
                  </a:cubicBezTo>
                  <a:close/>
                </a:path>
              </a:pathLst>
            </a:custGeom>
            <a:solidFill>
              <a:srgbClr val="7B61A8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4699000" cy="1905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1  Sorunu tanımla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4476750" y="3571875"/>
            <a:ext cx="571500" cy="0"/>
          </a:xfrm>
          <a:prstGeom prst="line">
            <a:avLst/>
          </a:prstGeom>
          <a:ln cap="flat" w="47625">
            <a:solidFill>
              <a:srgbClr val="69738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5143500" y="2857500"/>
            <a:ext cx="3524250" cy="1428750"/>
            <a:chOff x="0" y="0"/>
            <a:chExt cx="4699000" cy="190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9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699000">
                  <a:moveTo>
                    <a:pt x="68649" y="0"/>
                  </a:moveTo>
                  <a:lnTo>
                    <a:pt x="4630351" y="0"/>
                  </a:lnTo>
                  <a:cubicBezTo>
                    <a:pt x="4668265" y="0"/>
                    <a:pt x="4699000" y="30735"/>
                    <a:pt x="4699000" y="68649"/>
                  </a:cubicBezTo>
                  <a:lnTo>
                    <a:pt x="4699000" y="1836351"/>
                  </a:lnTo>
                  <a:cubicBezTo>
                    <a:pt x="4699000" y="1874265"/>
                    <a:pt x="4668265" y="1905000"/>
                    <a:pt x="4630351" y="1905000"/>
                  </a:cubicBezTo>
                  <a:lnTo>
                    <a:pt x="68649" y="1905000"/>
                  </a:lnTo>
                  <a:cubicBezTo>
                    <a:pt x="30735" y="1905000"/>
                    <a:pt x="0" y="1874265"/>
                    <a:pt x="0" y="1836351"/>
                  </a:cubicBezTo>
                  <a:lnTo>
                    <a:pt x="0" y="68649"/>
                  </a:lnTo>
                  <a:cubicBezTo>
                    <a:pt x="0" y="30735"/>
                    <a:pt x="30735" y="0"/>
                    <a:pt x="68649" y="0"/>
                  </a:cubicBezTo>
                  <a:close/>
                </a:path>
              </a:pathLst>
            </a:custGeom>
            <a:solidFill>
              <a:srgbClr val="7B61A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4699000" cy="1905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2  Etkilenenleri belirle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8667750" y="3571875"/>
            <a:ext cx="571500" cy="0"/>
          </a:xfrm>
          <a:prstGeom prst="line">
            <a:avLst/>
          </a:prstGeom>
          <a:ln cap="flat" w="47625">
            <a:solidFill>
              <a:srgbClr val="69738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9334500" y="2857500"/>
            <a:ext cx="3524250" cy="1428750"/>
            <a:chOff x="0" y="0"/>
            <a:chExt cx="4699000" cy="190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9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699000">
                  <a:moveTo>
                    <a:pt x="68649" y="0"/>
                  </a:moveTo>
                  <a:lnTo>
                    <a:pt x="4630351" y="0"/>
                  </a:lnTo>
                  <a:cubicBezTo>
                    <a:pt x="4668265" y="0"/>
                    <a:pt x="4699000" y="30735"/>
                    <a:pt x="4699000" y="68649"/>
                  </a:cubicBezTo>
                  <a:lnTo>
                    <a:pt x="4699000" y="1836351"/>
                  </a:lnTo>
                  <a:cubicBezTo>
                    <a:pt x="4699000" y="1874265"/>
                    <a:pt x="4668265" y="1905000"/>
                    <a:pt x="4630351" y="1905000"/>
                  </a:cubicBezTo>
                  <a:lnTo>
                    <a:pt x="68649" y="1905000"/>
                  </a:lnTo>
                  <a:cubicBezTo>
                    <a:pt x="30735" y="1905000"/>
                    <a:pt x="0" y="1874265"/>
                    <a:pt x="0" y="1836351"/>
                  </a:cubicBezTo>
                  <a:lnTo>
                    <a:pt x="0" y="68649"/>
                  </a:lnTo>
                  <a:cubicBezTo>
                    <a:pt x="0" y="30735"/>
                    <a:pt x="30735" y="0"/>
                    <a:pt x="68649" y="0"/>
                  </a:cubicBezTo>
                  <a:close/>
                </a:path>
              </a:pathLst>
            </a:custGeom>
            <a:solidFill>
              <a:srgbClr val="7B61A8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4699000" cy="1905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3  Hakları düşün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2858750" y="3571875"/>
            <a:ext cx="571500" cy="0"/>
          </a:xfrm>
          <a:prstGeom prst="line">
            <a:avLst/>
          </a:prstGeom>
          <a:ln cap="flat" w="47625">
            <a:solidFill>
              <a:srgbClr val="69738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3525500" y="2857500"/>
            <a:ext cx="3524250" cy="1428750"/>
            <a:chOff x="0" y="0"/>
            <a:chExt cx="4699000" cy="190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9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699000">
                  <a:moveTo>
                    <a:pt x="68649" y="0"/>
                  </a:moveTo>
                  <a:lnTo>
                    <a:pt x="4630351" y="0"/>
                  </a:lnTo>
                  <a:cubicBezTo>
                    <a:pt x="4668265" y="0"/>
                    <a:pt x="4699000" y="30735"/>
                    <a:pt x="4699000" y="68649"/>
                  </a:cubicBezTo>
                  <a:lnTo>
                    <a:pt x="4699000" y="1836351"/>
                  </a:lnTo>
                  <a:cubicBezTo>
                    <a:pt x="4699000" y="1874265"/>
                    <a:pt x="4668265" y="1905000"/>
                    <a:pt x="4630351" y="1905000"/>
                  </a:cubicBezTo>
                  <a:lnTo>
                    <a:pt x="68649" y="1905000"/>
                  </a:lnTo>
                  <a:cubicBezTo>
                    <a:pt x="30735" y="1905000"/>
                    <a:pt x="0" y="1874265"/>
                    <a:pt x="0" y="1836351"/>
                  </a:cubicBezTo>
                  <a:lnTo>
                    <a:pt x="0" y="68649"/>
                  </a:lnTo>
                  <a:cubicBezTo>
                    <a:pt x="0" y="30735"/>
                    <a:pt x="30735" y="0"/>
                    <a:pt x="68649" y="0"/>
                  </a:cubicBezTo>
                  <a:close/>
                </a:path>
              </a:pathLst>
            </a:custGeom>
            <a:solidFill>
              <a:srgbClr val="7B61A8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699000" cy="1905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4  Sonuçları karşılaştır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2500" y="5334000"/>
            <a:ext cx="3524250" cy="1428750"/>
            <a:chOff x="0" y="0"/>
            <a:chExt cx="4699000" cy="190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9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699000">
                  <a:moveTo>
                    <a:pt x="68649" y="0"/>
                  </a:moveTo>
                  <a:lnTo>
                    <a:pt x="4630351" y="0"/>
                  </a:lnTo>
                  <a:cubicBezTo>
                    <a:pt x="4668265" y="0"/>
                    <a:pt x="4699000" y="30735"/>
                    <a:pt x="4699000" y="68649"/>
                  </a:cubicBezTo>
                  <a:lnTo>
                    <a:pt x="4699000" y="1836351"/>
                  </a:lnTo>
                  <a:cubicBezTo>
                    <a:pt x="4699000" y="1874265"/>
                    <a:pt x="4668265" y="1905000"/>
                    <a:pt x="4630351" y="1905000"/>
                  </a:cubicBezTo>
                  <a:lnTo>
                    <a:pt x="68649" y="1905000"/>
                  </a:lnTo>
                  <a:cubicBezTo>
                    <a:pt x="30735" y="1905000"/>
                    <a:pt x="0" y="1874265"/>
                    <a:pt x="0" y="1836351"/>
                  </a:cubicBezTo>
                  <a:lnTo>
                    <a:pt x="0" y="68649"/>
                  </a:lnTo>
                  <a:cubicBezTo>
                    <a:pt x="0" y="30735"/>
                    <a:pt x="30735" y="0"/>
                    <a:pt x="68649" y="0"/>
                  </a:cubicBezTo>
                  <a:close/>
                </a:path>
              </a:pathLst>
            </a:custGeom>
            <a:solidFill>
              <a:srgbClr val="16A6A1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4699000" cy="1905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5  Seçenekleri değerlendir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4476750" y="6048375"/>
            <a:ext cx="571500" cy="0"/>
          </a:xfrm>
          <a:prstGeom prst="line">
            <a:avLst/>
          </a:prstGeom>
          <a:ln cap="flat" w="47625">
            <a:solidFill>
              <a:srgbClr val="69738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5143500" y="5334000"/>
            <a:ext cx="3524250" cy="1428750"/>
            <a:chOff x="0" y="0"/>
            <a:chExt cx="4699000" cy="1905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69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699000">
                  <a:moveTo>
                    <a:pt x="68649" y="0"/>
                  </a:moveTo>
                  <a:lnTo>
                    <a:pt x="4630351" y="0"/>
                  </a:lnTo>
                  <a:cubicBezTo>
                    <a:pt x="4668265" y="0"/>
                    <a:pt x="4699000" y="30735"/>
                    <a:pt x="4699000" y="68649"/>
                  </a:cubicBezTo>
                  <a:lnTo>
                    <a:pt x="4699000" y="1836351"/>
                  </a:lnTo>
                  <a:cubicBezTo>
                    <a:pt x="4699000" y="1874265"/>
                    <a:pt x="4668265" y="1905000"/>
                    <a:pt x="4630351" y="1905000"/>
                  </a:cubicBezTo>
                  <a:lnTo>
                    <a:pt x="68649" y="1905000"/>
                  </a:lnTo>
                  <a:cubicBezTo>
                    <a:pt x="30735" y="1905000"/>
                    <a:pt x="0" y="1874265"/>
                    <a:pt x="0" y="1836351"/>
                  </a:cubicBezTo>
                  <a:lnTo>
                    <a:pt x="0" y="68649"/>
                  </a:lnTo>
                  <a:cubicBezTo>
                    <a:pt x="0" y="30735"/>
                    <a:pt x="30735" y="0"/>
                    <a:pt x="68649" y="0"/>
                  </a:cubicBezTo>
                  <a:close/>
                </a:path>
              </a:pathLst>
            </a:custGeom>
            <a:solidFill>
              <a:srgbClr val="16A6A1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699000" cy="1905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6  Kararını gerekçelendir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8667750" y="6048375"/>
            <a:ext cx="571500" cy="0"/>
          </a:xfrm>
          <a:prstGeom prst="line">
            <a:avLst/>
          </a:prstGeom>
          <a:ln cap="flat" w="47625">
            <a:solidFill>
              <a:srgbClr val="69738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9334500" y="5334000"/>
            <a:ext cx="3524250" cy="1428750"/>
            <a:chOff x="0" y="0"/>
            <a:chExt cx="4699000" cy="1905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69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699000">
                  <a:moveTo>
                    <a:pt x="68649" y="0"/>
                  </a:moveTo>
                  <a:lnTo>
                    <a:pt x="4630351" y="0"/>
                  </a:lnTo>
                  <a:cubicBezTo>
                    <a:pt x="4668265" y="0"/>
                    <a:pt x="4699000" y="30735"/>
                    <a:pt x="4699000" y="68649"/>
                  </a:cubicBezTo>
                  <a:lnTo>
                    <a:pt x="4699000" y="1836351"/>
                  </a:lnTo>
                  <a:cubicBezTo>
                    <a:pt x="4699000" y="1874265"/>
                    <a:pt x="4668265" y="1905000"/>
                    <a:pt x="4630351" y="1905000"/>
                  </a:cubicBezTo>
                  <a:lnTo>
                    <a:pt x="68649" y="1905000"/>
                  </a:lnTo>
                  <a:cubicBezTo>
                    <a:pt x="30735" y="1905000"/>
                    <a:pt x="0" y="1874265"/>
                    <a:pt x="0" y="1836351"/>
                  </a:cubicBezTo>
                  <a:lnTo>
                    <a:pt x="0" y="68649"/>
                  </a:lnTo>
                  <a:cubicBezTo>
                    <a:pt x="0" y="30735"/>
                    <a:pt x="30735" y="0"/>
                    <a:pt x="68649" y="0"/>
                  </a:cubicBezTo>
                  <a:close/>
                </a:path>
              </a:pathLst>
            </a:custGeom>
            <a:solidFill>
              <a:srgbClr val="16A6A1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699000" cy="1905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7  Sonucu gözden geçir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763000" cy="10287000"/>
          </a:xfrm>
          <a:custGeom>
            <a:avLst/>
            <a:gdLst/>
            <a:ahLst/>
            <a:cxnLst/>
            <a:rect r="r" b="b" t="t" l="l"/>
            <a:pathLst>
              <a:path h="10287000" w="8763000">
                <a:moveTo>
                  <a:pt x="0" y="0"/>
                </a:moveTo>
                <a:lnTo>
                  <a:pt x="8763000" y="0"/>
                </a:lnTo>
                <a:lnTo>
                  <a:pt x="8763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5" r="0" b="-35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906000" y="1104900"/>
            <a:ext cx="7239000" cy="1330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16A6A1"/>
                </a:solidFill>
                <a:latin typeface="Archivo Black"/>
                <a:ea typeface="Archivo Black"/>
                <a:cs typeface="Archivo Black"/>
                <a:sym typeface="Archivo Black"/>
              </a:rPr>
              <a:t>Birlikte düşün,</a:t>
            </a:r>
          </a:p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16A6A1"/>
                </a:solidFill>
                <a:latin typeface="Archivo Black"/>
                <a:ea typeface="Archivo Black"/>
                <a:cs typeface="Archivo Black"/>
                <a:sym typeface="Archivo Black"/>
              </a:rPr>
              <a:t>farklı görüşü dinle.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0" y="3981450"/>
            <a:ext cx="6191250" cy="220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2700" b="true">
                <a:solidFill>
                  <a:srgbClr val="17203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1  Sorunu tanımla</a:t>
            </a:r>
          </a:p>
          <a:p>
            <a:pPr algn="l">
              <a:lnSpc>
                <a:spcPts val="4455"/>
              </a:lnSpc>
            </a:pPr>
            <a:r>
              <a:rPr lang="en-US" sz="2700" b="true">
                <a:solidFill>
                  <a:srgbClr val="17203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2  Etkilenenleri belirle</a:t>
            </a:r>
          </a:p>
          <a:p>
            <a:pPr algn="l">
              <a:lnSpc>
                <a:spcPts val="4455"/>
              </a:lnSpc>
            </a:pPr>
            <a:r>
              <a:rPr lang="en-US" sz="2700" b="true">
                <a:solidFill>
                  <a:srgbClr val="17203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3  Çözüm öner</a:t>
            </a:r>
          </a:p>
          <a:p>
            <a:pPr algn="l">
              <a:lnSpc>
                <a:spcPts val="4455"/>
              </a:lnSpc>
            </a:pPr>
            <a:r>
              <a:rPr lang="en-US" sz="2700" b="true">
                <a:solidFill>
                  <a:srgbClr val="17203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4  Sınıfa sun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06000" y="8058150"/>
            <a:ext cx="72390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 b="true">
                <a:solidFill>
                  <a:srgbClr val="16A6A1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Fikre katılmayabilirsin; kişiye saygı göster.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23900"/>
            <a:ext cx="14287500" cy="67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277DA1"/>
                </a:solidFill>
                <a:latin typeface="Archivo Black"/>
                <a:ea typeface="Archivo Black"/>
                <a:cs typeface="Archivo Black"/>
                <a:sym typeface="Archivo Black"/>
              </a:rPr>
              <a:t>5 kısa senaryo • gerekçeni söyle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57250" y="2143125"/>
            <a:ext cx="7810500" cy="1619250"/>
            <a:chOff x="0" y="0"/>
            <a:chExt cx="10414000" cy="2159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414000" cy="2159000"/>
              <a:chOff x="0" y="0"/>
              <a:chExt cx="10414000" cy="2159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414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10414000">
                    <a:moveTo>
                      <a:pt x="27878" y="0"/>
                    </a:moveTo>
                    <a:lnTo>
                      <a:pt x="10386122" y="0"/>
                    </a:lnTo>
                    <a:cubicBezTo>
                      <a:pt x="10393516" y="0"/>
                      <a:pt x="10400606" y="2937"/>
                      <a:pt x="10405835" y="8165"/>
                    </a:cubicBezTo>
                    <a:cubicBezTo>
                      <a:pt x="10411063" y="13393"/>
                      <a:pt x="10414000" y="20484"/>
                      <a:pt x="10414000" y="27878"/>
                    </a:cubicBezTo>
                    <a:lnTo>
                      <a:pt x="10414000" y="2131122"/>
                    </a:lnTo>
                    <a:cubicBezTo>
                      <a:pt x="10414000" y="2138516"/>
                      <a:pt x="10411063" y="2145607"/>
                      <a:pt x="10405835" y="2150835"/>
                    </a:cubicBezTo>
                    <a:cubicBezTo>
                      <a:pt x="10400606" y="2156063"/>
                      <a:pt x="10393516" y="2159000"/>
                      <a:pt x="10386122" y="2159000"/>
                    </a:cubicBezTo>
                    <a:lnTo>
                      <a:pt x="27878" y="2159000"/>
                    </a:lnTo>
                    <a:cubicBezTo>
                      <a:pt x="20484" y="2159000"/>
                      <a:pt x="13393" y="2156063"/>
                      <a:pt x="8165" y="2150835"/>
                    </a:cubicBezTo>
                    <a:cubicBezTo>
                      <a:pt x="2937" y="2145607"/>
                      <a:pt x="0" y="2138516"/>
                      <a:pt x="0" y="2131122"/>
                    </a:cubicBezTo>
                    <a:lnTo>
                      <a:pt x="0" y="27878"/>
                    </a:lnTo>
                    <a:cubicBezTo>
                      <a:pt x="0" y="20484"/>
                      <a:pt x="2937" y="13393"/>
                      <a:pt x="8165" y="8165"/>
                    </a:cubicBezTo>
                    <a:cubicBezTo>
                      <a:pt x="13393" y="2937"/>
                      <a:pt x="20484" y="0"/>
                      <a:pt x="278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414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381000" y="406400"/>
              <a:ext cx="9652000" cy="996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 b="true">
                  <a:solidFill>
                    <a:srgbClr val="172033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1. Bir arkadaşının fotoğrafını paylaşmadan önce ne yaparsın?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7250" y="4238625"/>
            <a:ext cx="7810500" cy="1619250"/>
            <a:chOff x="0" y="0"/>
            <a:chExt cx="10414000" cy="2159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414000" cy="2159000"/>
              <a:chOff x="0" y="0"/>
              <a:chExt cx="10414000" cy="2159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414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10414000">
                    <a:moveTo>
                      <a:pt x="27878" y="0"/>
                    </a:moveTo>
                    <a:lnTo>
                      <a:pt x="10386122" y="0"/>
                    </a:lnTo>
                    <a:cubicBezTo>
                      <a:pt x="10393516" y="0"/>
                      <a:pt x="10400606" y="2937"/>
                      <a:pt x="10405835" y="8165"/>
                    </a:cubicBezTo>
                    <a:cubicBezTo>
                      <a:pt x="10411063" y="13393"/>
                      <a:pt x="10414000" y="20484"/>
                      <a:pt x="10414000" y="27878"/>
                    </a:cubicBezTo>
                    <a:lnTo>
                      <a:pt x="10414000" y="2131122"/>
                    </a:lnTo>
                    <a:cubicBezTo>
                      <a:pt x="10414000" y="2138516"/>
                      <a:pt x="10411063" y="2145607"/>
                      <a:pt x="10405835" y="2150835"/>
                    </a:cubicBezTo>
                    <a:cubicBezTo>
                      <a:pt x="10400606" y="2156063"/>
                      <a:pt x="10393516" y="2159000"/>
                      <a:pt x="10386122" y="2159000"/>
                    </a:cubicBezTo>
                    <a:lnTo>
                      <a:pt x="27878" y="2159000"/>
                    </a:lnTo>
                    <a:cubicBezTo>
                      <a:pt x="20484" y="2159000"/>
                      <a:pt x="13393" y="2156063"/>
                      <a:pt x="8165" y="2150835"/>
                    </a:cubicBezTo>
                    <a:cubicBezTo>
                      <a:pt x="2937" y="2145607"/>
                      <a:pt x="0" y="2138516"/>
                      <a:pt x="0" y="2131122"/>
                    </a:cubicBezTo>
                    <a:lnTo>
                      <a:pt x="0" y="27878"/>
                    </a:lnTo>
                    <a:cubicBezTo>
                      <a:pt x="0" y="20484"/>
                      <a:pt x="2937" y="13393"/>
                      <a:pt x="8165" y="8165"/>
                    </a:cubicBezTo>
                    <a:cubicBezTo>
                      <a:pt x="13393" y="2937"/>
                      <a:pt x="20484" y="0"/>
                      <a:pt x="278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414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81000" y="406400"/>
              <a:ext cx="9652000" cy="996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 b="true">
                  <a:solidFill>
                    <a:srgbClr val="172033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2. İnternetten bulduğun resmi ödevinde nasıl kullanırsın?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7250" y="6334125"/>
            <a:ext cx="7810500" cy="1619250"/>
            <a:chOff x="0" y="0"/>
            <a:chExt cx="10414000" cy="2159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414000" cy="2159000"/>
              <a:chOff x="0" y="0"/>
              <a:chExt cx="10414000" cy="2159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414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10414000">
                    <a:moveTo>
                      <a:pt x="27878" y="0"/>
                    </a:moveTo>
                    <a:lnTo>
                      <a:pt x="10386122" y="0"/>
                    </a:lnTo>
                    <a:cubicBezTo>
                      <a:pt x="10393516" y="0"/>
                      <a:pt x="10400606" y="2937"/>
                      <a:pt x="10405835" y="8165"/>
                    </a:cubicBezTo>
                    <a:cubicBezTo>
                      <a:pt x="10411063" y="13393"/>
                      <a:pt x="10414000" y="20484"/>
                      <a:pt x="10414000" y="27878"/>
                    </a:cubicBezTo>
                    <a:lnTo>
                      <a:pt x="10414000" y="2131122"/>
                    </a:lnTo>
                    <a:cubicBezTo>
                      <a:pt x="10414000" y="2138516"/>
                      <a:pt x="10411063" y="2145607"/>
                      <a:pt x="10405835" y="2150835"/>
                    </a:cubicBezTo>
                    <a:cubicBezTo>
                      <a:pt x="10400606" y="2156063"/>
                      <a:pt x="10393516" y="2159000"/>
                      <a:pt x="10386122" y="2159000"/>
                    </a:cubicBezTo>
                    <a:lnTo>
                      <a:pt x="27878" y="2159000"/>
                    </a:lnTo>
                    <a:cubicBezTo>
                      <a:pt x="20484" y="2159000"/>
                      <a:pt x="13393" y="2156063"/>
                      <a:pt x="8165" y="2150835"/>
                    </a:cubicBezTo>
                    <a:cubicBezTo>
                      <a:pt x="2937" y="2145607"/>
                      <a:pt x="0" y="2138516"/>
                      <a:pt x="0" y="2131122"/>
                    </a:cubicBezTo>
                    <a:lnTo>
                      <a:pt x="0" y="27878"/>
                    </a:lnTo>
                    <a:cubicBezTo>
                      <a:pt x="0" y="20484"/>
                      <a:pt x="2937" y="13393"/>
                      <a:pt x="8165" y="8165"/>
                    </a:cubicBezTo>
                    <a:cubicBezTo>
                      <a:pt x="13393" y="2937"/>
                      <a:pt x="20484" y="0"/>
                      <a:pt x="278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0414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81000" y="406400"/>
              <a:ext cx="9652000" cy="996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 b="true">
                  <a:solidFill>
                    <a:srgbClr val="172033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3. Grup sohbetinde alay görürsen hangi adımı atarsın?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29750" y="3190875"/>
            <a:ext cx="7810500" cy="1857375"/>
            <a:chOff x="0" y="0"/>
            <a:chExt cx="10414000" cy="24765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414000" cy="2476500"/>
              <a:chOff x="0" y="0"/>
              <a:chExt cx="10414000" cy="24765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414000" cy="2476500"/>
              </a:xfrm>
              <a:custGeom>
                <a:avLst/>
                <a:gdLst/>
                <a:ahLst/>
                <a:cxnLst/>
                <a:rect r="r" b="b" t="t" l="l"/>
                <a:pathLst>
                  <a:path h="2476500" w="10414000">
                    <a:moveTo>
                      <a:pt x="27878" y="0"/>
                    </a:moveTo>
                    <a:lnTo>
                      <a:pt x="10386122" y="0"/>
                    </a:lnTo>
                    <a:cubicBezTo>
                      <a:pt x="10393516" y="0"/>
                      <a:pt x="10400606" y="2937"/>
                      <a:pt x="10405835" y="8165"/>
                    </a:cubicBezTo>
                    <a:cubicBezTo>
                      <a:pt x="10411063" y="13393"/>
                      <a:pt x="10414000" y="20484"/>
                      <a:pt x="10414000" y="27878"/>
                    </a:cubicBezTo>
                    <a:lnTo>
                      <a:pt x="10414000" y="2448622"/>
                    </a:lnTo>
                    <a:cubicBezTo>
                      <a:pt x="10414000" y="2456016"/>
                      <a:pt x="10411063" y="2463107"/>
                      <a:pt x="10405835" y="2468335"/>
                    </a:cubicBezTo>
                    <a:cubicBezTo>
                      <a:pt x="10400606" y="2473563"/>
                      <a:pt x="10393516" y="2476500"/>
                      <a:pt x="10386122" y="2476500"/>
                    </a:cubicBezTo>
                    <a:lnTo>
                      <a:pt x="27878" y="2476500"/>
                    </a:lnTo>
                    <a:cubicBezTo>
                      <a:pt x="20484" y="2476500"/>
                      <a:pt x="13393" y="2473563"/>
                      <a:pt x="8165" y="2468335"/>
                    </a:cubicBezTo>
                    <a:cubicBezTo>
                      <a:pt x="2937" y="2463107"/>
                      <a:pt x="0" y="2456016"/>
                      <a:pt x="0" y="2448622"/>
                    </a:cubicBezTo>
                    <a:lnTo>
                      <a:pt x="0" y="27878"/>
                    </a:lnTo>
                    <a:cubicBezTo>
                      <a:pt x="0" y="20484"/>
                      <a:pt x="2937" y="13393"/>
                      <a:pt x="8165" y="8165"/>
                    </a:cubicBezTo>
                    <a:cubicBezTo>
                      <a:pt x="13393" y="2937"/>
                      <a:pt x="20484" y="0"/>
                      <a:pt x="278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0414000" cy="2514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81000" y="406400"/>
              <a:ext cx="9652000" cy="488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 b="true">
                  <a:solidFill>
                    <a:srgbClr val="172033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4. Bir haberin doğru olup olmadığını nasıl anlarsın?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29750" y="5572125"/>
            <a:ext cx="7810500" cy="1857375"/>
            <a:chOff x="0" y="0"/>
            <a:chExt cx="10414000" cy="24765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0414000" cy="2476500"/>
              <a:chOff x="0" y="0"/>
              <a:chExt cx="10414000" cy="24765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414000" cy="2476500"/>
              </a:xfrm>
              <a:custGeom>
                <a:avLst/>
                <a:gdLst/>
                <a:ahLst/>
                <a:cxnLst/>
                <a:rect r="r" b="b" t="t" l="l"/>
                <a:pathLst>
                  <a:path h="2476500" w="10414000">
                    <a:moveTo>
                      <a:pt x="27878" y="0"/>
                    </a:moveTo>
                    <a:lnTo>
                      <a:pt x="10386122" y="0"/>
                    </a:lnTo>
                    <a:cubicBezTo>
                      <a:pt x="10393516" y="0"/>
                      <a:pt x="10400606" y="2937"/>
                      <a:pt x="10405835" y="8165"/>
                    </a:cubicBezTo>
                    <a:cubicBezTo>
                      <a:pt x="10411063" y="13393"/>
                      <a:pt x="10414000" y="20484"/>
                      <a:pt x="10414000" y="27878"/>
                    </a:cubicBezTo>
                    <a:lnTo>
                      <a:pt x="10414000" y="2448622"/>
                    </a:lnTo>
                    <a:cubicBezTo>
                      <a:pt x="10414000" y="2456016"/>
                      <a:pt x="10411063" y="2463107"/>
                      <a:pt x="10405835" y="2468335"/>
                    </a:cubicBezTo>
                    <a:cubicBezTo>
                      <a:pt x="10400606" y="2473563"/>
                      <a:pt x="10393516" y="2476500"/>
                      <a:pt x="10386122" y="2476500"/>
                    </a:cubicBezTo>
                    <a:lnTo>
                      <a:pt x="27878" y="2476500"/>
                    </a:lnTo>
                    <a:cubicBezTo>
                      <a:pt x="20484" y="2476500"/>
                      <a:pt x="13393" y="2473563"/>
                      <a:pt x="8165" y="2468335"/>
                    </a:cubicBezTo>
                    <a:cubicBezTo>
                      <a:pt x="2937" y="2463107"/>
                      <a:pt x="0" y="2456016"/>
                      <a:pt x="0" y="2448622"/>
                    </a:cubicBezTo>
                    <a:lnTo>
                      <a:pt x="0" y="27878"/>
                    </a:lnTo>
                    <a:cubicBezTo>
                      <a:pt x="0" y="20484"/>
                      <a:pt x="2937" y="13393"/>
                      <a:pt x="8165" y="8165"/>
                    </a:cubicBezTo>
                    <a:cubicBezTo>
                      <a:pt x="13393" y="2937"/>
                      <a:pt x="20484" y="0"/>
                      <a:pt x="278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0414000" cy="2514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381000" y="406400"/>
              <a:ext cx="9652000" cy="996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 b="true">
                  <a:solidFill>
                    <a:srgbClr val="172033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5. Karar verirken kimlerin etkilenebileceğini neden düşünürsün?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23900"/>
            <a:ext cx="13335000" cy="67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43AA8B"/>
                </a:solidFill>
                <a:latin typeface="Archivo Black"/>
                <a:ea typeface="Archivo Black"/>
                <a:cs typeface="Archivo Black"/>
                <a:sym typeface="Archivo Black"/>
              </a:rPr>
              <a:t>Paylaşmadan önce 7 kontrol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24000" y="2381250"/>
            <a:ext cx="514350" cy="514350"/>
            <a:chOff x="0" y="0"/>
            <a:chExt cx="685800" cy="685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342900" y="0"/>
                  </a:moveTo>
                  <a:cubicBezTo>
                    <a:pt x="532278" y="0"/>
                    <a:pt x="685800" y="153522"/>
                    <a:pt x="685800" y="342900"/>
                  </a:cubicBezTo>
                  <a:cubicBezTo>
                    <a:pt x="685800" y="532278"/>
                    <a:pt x="532278" y="685800"/>
                    <a:pt x="342900" y="685800"/>
                  </a:cubicBezTo>
                  <a:cubicBezTo>
                    <a:pt x="153522" y="685800"/>
                    <a:pt x="0" y="532278"/>
                    <a:pt x="0" y="342900"/>
                  </a:cubicBez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solidFill>
              <a:srgbClr val="43AA8B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381250" y="2343150"/>
            <a:ext cx="619125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17203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Haklara saygı gösterdim mi?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0" y="2381250"/>
            <a:ext cx="514350" cy="514350"/>
            <a:chOff x="0" y="0"/>
            <a:chExt cx="685800" cy="685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342900" y="0"/>
                  </a:moveTo>
                  <a:cubicBezTo>
                    <a:pt x="532278" y="0"/>
                    <a:pt x="685800" y="153522"/>
                    <a:pt x="685800" y="342900"/>
                  </a:cubicBezTo>
                  <a:cubicBezTo>
                    <a:pt x="685800" y="532278"/>
                    <a:pt x="532278" y="685800"/>
                    <a:pt x="342900" y="685800"/>
                  </a:cubicBezTo>
                  <a:cubicBezTo>
                    <a:pt x="153522" y="685800"/>
                    <a:pt x="0" y="532278"/>
                    <a:pt x="0" y="342900"/>
                  </a:cubicBez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solidFill>
              <a:srgbClr val="43AA8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001250" y="2343150"/>
            <a:ext cx="619125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17203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İzinleri aldım mı?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24000" y="4143375"/>
            <a:ext cx="514350" cy="514350"/>
            <a:chOff x="0" y="0"/>
            <a:chExt cx="685800" cy="685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342900" y="0"/>
                  </a:moveTo>
                  <a:cubicBezTo>
                    <a:pt x="532278" y="0"/>
                    <a:pt x="685800" y="153522"/>
                    <a:pt x="685800" y="342900"/>
                  </a:cubicBezTo>
                  <a:cubicBezTo>
                    <a:pt x="685800" y="532278"/>
                    <a:pt x="532278" y="685800"/>
                    <a:pt x="342900" y="685800"/>
                  </a:cubicBezTo>
                  <a:cubicBezTo>
                    <a:pt x="153522" y="685800"/>
                    <a:pt x="0" y="532278"/>
                    <a:pt x="0" y="342900"/>
                  </a:cubicBez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solidFill>
              <a:srgbClr val="43AA8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381250" y="4105275"/>
            <a:ext cx="619125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17203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Kişisel bilgileri korudum mu?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44000" y="4143375"/>
            <a:ext cx="514350" cy="514350"/>
            <a:chOff x="0" y="0"/>
            <a:chExt cx="685800" cy="685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342900" y="0"/>
                  </a:moveTo>
                  <a:cubicBezTo>
                    <a:pt x="532278" y="0"/>
                    <a:pt x="685800" y="153522"/>
                    <a:pt x="685800" y="342900"/>
                  </a:cubicBezTo>
                  <a:cubicBezTo>
                    <a:pt x="685800" y="532278"/>
                    <a:pt x="532278" y="685800"/>
                    <a:pt x="342900" y="685800"/>
                  </a:cubicBezTo>
                  <a:cubicBezTo>
                    <a:pt x="153522" y="685800"/>
                    <a:pt x="0" y="532278"/>
                    <a:pt x="0" y="342900"/>
                  </a:cubicBez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solidFill>
              <a:srgbClr val="43AA8B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001250" y="4105275"/>
            <a:ext cx="619125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17203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Kaynak koşullarını kontrol ettim mi?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24000" y="5905500"/>
            <a:ext cx="514350" cy="514350"/>
            <a:chOff x="0" y="0"/>
            <a:chExt cx="685800" cy="685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342900" y="0"/>
                  </a:moveTo>
                  <a:cubicBezTo>
                    <a:pt x="532278" y="0"/>
                    <a:pt x="685800" y="153522"/>
                    <a:pt x="685800" y="342900"/>
                  </a:cubicBezTo>
                  <a:cubicBezTo>
                    <a:pt x="685800" y="532278"/>
                    <a:pt x="532278" y="685800"/>
                    <a:pt x="342900" y="685800"/>
                  </a:cubicBezTo>
                  <a:cubicBezTo>
                    <a:pt x="153522" y="685800"/>
                    <a:pt x="0" y="532278"/>
                    <a:pt x="0" y="342900"/>
                  </a:cubicBez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solidFill>
              <a:srgbClr val="43AA8B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381250" y="5867400"/>
            <a:ext cx="619125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17203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Bilgiyi doğruladım mı?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144000" y="5905500"/>
            <a:ext cx="514350" cy="514350"/>
            <a:chOff x="0" y="0"/>
            <a:chExt cx="685800" cy="685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342900" y="0"/>
                  </a:moveTo>
                  <a:cubicBezTo>
                    <a:pt x="532278" y="0"/>
                    <a:pt x="685800" y="153522"/>
                    <a:pt x="685800" y="342900"/>
                  </a:cubicBezTo>
                  <a:cubicBezTo>
                    <a:pt x="685800" y="532278"/>
                    <a:pt x="532278" y="685800"/>
                    <a:pt x="342900" y="685800"/>
                  </a:cubicBezTo>
                  <a:cubicBezTo>
                    <a:pt x="153522" y="685800"/>
                    <a:pt x="0" y="532278"/>
                    <a:pt x="0" y="342900"/>
                  </a:cubicBez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solidFill>
              <a:srgbClr val="43AA8B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001250" y="5867400"/>
            <a:ext cx="619125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17203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Etkisini düşündüm mü?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524000" y="7667625"/>
            <a:ext cx="514350" cy="514350"/>
            <a:chOff x="0" y="0"/>
            <a:chExt cx="685800" cy="685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342900" y="0"/>
                  </a:moveTo>
                  <a:cubicBezTo>
                    <a:pt x="532278" y="0"/>
                    <a:pt x="685800" y="153522"/>
                    <a:pt x="685800" y="342900"/>
                  </a:cubicBezTo>
                  <a:cubicBezTo>
                    <a:pt x="685800" y="532278"/>
                    <a:pt x="532278" y="685800"/>
                    <a:pt x="342900" y="685800"/>
                  </a:cubicBezTo>
                  <a:cubicBezTo>
                    <a:pt x="153522" y="685800"/>
                    <a:pt x="0" y="532278"/>
                    <a:pt x="0" y="342900"/>
                  </a:cubicBez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solidFill>
              <a:srgbClr val="43AA8B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381250" y="7629525"/>
            <a:ext cx="619125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17203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Yapay zekâ kullanımını belirttim mi?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62750" y="3333750"/>
            <a:ext cx="4762500" cy="2857500"/>
            <a:chOff x="0" y="0"/>
            <a:chExt cx="6350000" cy="381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350000">
                  <a:moveTo>
                    <a:pt x="3175000" y="0"/>
                  </a:moveTo>
                  <a:cubicBezTo>
                    <a:pt x="4928504" y="0"/>
                    <a:pt x="6350000" y="852898"/>
                    <a:pt x="6350000" y="1905000"/>
                  </a:cubicBezTo>
                  <a:cubicBezTo>
                    <a:pt x="6350000" y="2957102"/>
                    <a:pt x="4928504" y="3810000"/>
                    <a:pt x="3175000" y="3810000"/>
                  </a:cubicBezTo>
                  <a:cubicBezTo>
                    <a:pt x="1421496" y="3810000"/>
                    <a:pt x="0" y="2957102"/>
                    <a:pt x="0" y="1905000"/>
                  </a:cubicBezTo>
                  <a:cubicBezTo>
                    <a:pt x="0" y="852898"/>
                    <a:pt x="1421496" y="0"/>
                    <a:pt x="3175000" y="0"/>
                  </a:cubicBezTo>
                  <a:close/>
                </a:path>
              </a:pathLst>
            </a:custGeom>
            <a:solidFill>
              <a:srgbClr val="43AA8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6350000" cy="3771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37"/>
                </a:lnSpc>
              </a:pPr>
              <a:r>
                <a:rPr lang="en-US" sz="375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DİJİTAL</a:t>
              </a:r>
            </a:p>
            <a:p>
              <a:pPr algn="ctr">
                <a:lnSpc>
                  <a:spcPts val="3937"/>
                </a:lnSpc>
              </a:pPr>
              <a:r>
                <a:rPr lang="en-US" sz="375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ETİK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9144000" y="4762500"/>
            <a:ext cx="6191250" cy="238125"/>
          </a:xfrm>
          <a:prstGeom prst="line">
            <a:avLst/>
          </a:prstGeom>
          <a:ln cap="flat" w="28575">
            <a:solidFill>
              <a:srgbClr val="277DA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4287500" y="4476750"/>
            <a:ext cx="2286000" cy="1047750"/>
            <a:chOff x="0" y="0"/>
            <a:chExt cx="3048000" cy="139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105833" y="0"/>
                  </a:moveTo>
                  <a:lnTo>
                    <a:pt x="2942167" y="0"/>
                  </a:lnTo>
                  <a:cubicBezTo>
                    <a:pt x="2970235" y="0"/>
                    <a:pt x="2997154" y="11150"/>
                    <a:pt x="3017002" y="30998"/>
                  </a:cubicBezTo>
                  <a:cubicBezTo>
                    <a:pt x="3036850" y="50845"/>
                    <a:pt x="3048000" y="77765"/>
                    <a:pt x="3048000" y="105833"/>
                  </a:cubicBezTo>
                  <a:lnTo>
                    <a:pt x="3048000" y="1291167"/>
                  </a:lnTo>
                  <a:cubicBezTo>
                    <a:pt x="3048000" y="1319235"/>
                    <a:pt x="3036850" y="1346155"/>
                    <a:pt x="3017002" y="1366002"/>
                  </a:cubicBezTo>
                  <a:cubicBezTo>
                    <a:pt x="2997154" y="1385850"/>
                    <a:pt x="2970235" y="1397000"/>
                    <a:pt x="2942167" y="1397000"/>
                  </a:cubicBezTo>
                  <a:lnTo>
                    <a:pt x="105833" y="1397000"/>
                  </a:lnTo>
                  <a:cubicBezTo>
                    <a:pt x="77765" y="1397000"/>
                    <a:pt x="50845" y="1385850"/>
                    <a:pt x="30998" y="1366002"/>
                  </a:cubicBezTo>
                  <a:cubicBezTo>
                    <a:pt x="11150" y="1346155"/>
                    <a:pt x="0" y="1319235"/>
                    <a:pt x="0" y="1291167"/>
                  </a:cubicBezTo>
                  <a:lnTo>
                    <a:pt x="0" y="105833"/>
                  </a:lnTo>
                  <a:cubicBezTo>
                    <a:pt x="0" y="77765"/>
                    <a:pt x="11150" y="50845"/>
                    <a:pt x="30998" y="30998"/>
                  </a:cubicBezTo>
                  <a:cubicBezTo>
                    <a:pt x="50845" y="11150"/>
                    <a:pt x="77765" y="0"/>
                    <a:pt x="105833" y="0"/>
                  </a:cubicBezTo>
                  <a:close/>
                </a:path>
              </a:pathLst>
            </a:custGeom>
            <a:solidFill>
              <a:srgbClr val="277DA1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048000" cy="139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Saygı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9144000" y="4762500"/>
            <a:ext cx="4377875" cy="2595442"/>
          </a:xfrm>
          <a:prstGeom prst="line">
            <a:avLst/>
          </a:prstGeom>
          <a:ln cap="flat" w="28575">
            <a:solidFill>
              <a:srgbClr val="F05D3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2474125" y="6834067"/>
            <a:ext cx="2286000" cy="1047750"/>
            <a:chOff x="0" y="0"/>
            <a:chExt cx="3048000" cy="139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105833" y="0"/>
                  </a:moveTo>
                  <a:lnTo>
                    <a:pt x="2942167" y="0"/>
                  </a:lnTo>
                  <a:cubicBezTo>
                    <a:pt x="2970235" y="0"/>
                    <a:pt x="2997154" y="11150"/>
                    <a:pt x="3017002" y="30998"/>
                  </a:cubicBezTo>
                  <a:cubicBezTo>
                    <a:pt x="3036850" y="50845"/>
                    <a:pt x="3048000" y="77765"/>
                    <a:pt x="3048000" y="105833"/>
                  </a:cubicBezTo>
                  <a:lnTo>
                    <a:pt x="3048000" y="1291167"/>
                  </a:lnTo>
                  <a:cubicBezTo>
                    <a:pt x="3048000" y="1319235"/>
                    <a:pt x="3036850" y="1346155"/>
                    <a:pt x="3017002" y="1366002"/>
                  </a:cubicBezTo>
                  <a:cubicBezTo>
                    <a:pt x="2997154" y="1385850"/>
                    <a:pt x="2970235" y="1397000"/>
                    <a:pt x="2942167" y="1397000"/>
                  </a:cubicBezTo>
                  <a:lnTo>
                    <a:pt x="105833" y="1397000"/>
                  </a:lnTo>
                  <a:cubicBezTo>
                    <a:pt x="77765" y="1397000"/>
                    <a:pt x="50845" y="1385850"/>
                    <a:pt x="30998" y="1366002"/>
                  </a:cubicBezTo>
                  <a:cubicBezTo>
                    <a:pt x="11150" y="1346155"/>
                    <a:pt x="0" y="1319235"/>
                    <a:pt x="0" y="1291167"/>
                  </a:cubicBezTo>
                  <a:lnTo>
                    <a:pt x="0" y="105833"/>
                  </a:lnTo>
                  <a:cubicBezTo>
                    <a:pt x="0" y="77765"/>
                    <a:pt x="11150" y="50845"/>
                    <a:pt x="30998" y="30998"/>
                  </a:cubicBezTo>
                  <a:cubicBezTo>
                    <a:pt x="50845" y="11150"/>
                    <a:pt x="77765" y="0"/>
                    <a:pt x="105833" y="0"/>
                  </a:cubicBezTo>
                  <a:close/>
                </a:path>
              </a:pathLst>
            </a:custGeom>
            <a:solidFill>
              <a:srgbClr val="F05D3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048000" cy="139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Mahremiyet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44000" y="4762500"/>
            <a:ext cx="0" cy="3571875"/>
          </a:xfrm>
          <a:prstGeom prst="line">
            <a:avLst/>
          </a:prstGeom>
          <a:ln cap="flat" w="28575">
            <a:solidFill>
              <a:srgbClr val="F05D3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8096250" y="7810500"/>
            <a:ext cx="2286000" cy="1047750"/>
            <a:chOff x="0" y="0"/>
            <a:chExt cx="3048000" cy="1397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105833" y="0"/>
                  </a:moveTo>
                  <a:lnTo>
                    <a:pt x="2942167" y="0"/>
                  </a:lnTo>
                  <a:cubicBezTo>
                    <a:pt x="2970235" y="0"/>
                    <a:pt x="2997154" y="11150"/>
                    <a:pt x="3017002" y="30998"/>
                  </a:cubicBezTo>
                  <a:cubicBezTo>
                    <a:pt x="3036850" y="50845"/>
                    <a:pt x="3048000" y="77765"/>
                    <a:pt x="3048000" y="105833"/>
                  </a:cubicBezTo>
                  <a:lnTo>
                    <a:pt x="3048000" y="1291167"/>
                  </a:lnTo>
                  <a:cubicBezTo>
                    <a:pt x="3048000" y="1319235"/>
                    <a:pt x="3036850" y="1346155"/>
                    <a:pt x="3017002" y="1366002"/>
                  </a:cubicBezTo>
                  <a:cubicBezTo>
                    <a:pt x="2997154" y="1385850"/>
                    <a:pt x="2970235" y="1397000"/>
                    <a:pt x="2942167" y="1397000"/>
                  </a:cubicBezTo>
                  <a:lnTo>
                    <a:pt x="105833" y="1397000"/>
                  </a:lnTo>
                  <a:cubicBezTo>
                    <a:pt x="77765" y="1397000"/>
                    <a:pt x="50845" y="1385850"/>
                    <a:pt x="30998" y="1366002"/>
                  </a:cubicBezTo>
                  <a:cubicBezTo>
                    <a:pt x="11150" y="1346155"/>
                    <a:pt x="0" y="1319235"/>
                    <a:pt x="0" y="1291167"/>
                  </a:cubicBezTo>
                  <a:lnTo>
                    <a:pt x="0" y="105833"/>
                  </a:lnTo>
                  <a:cubicBezTo>
                    <a:pt x="0" y="77765"/>
                    <a:pt x="11150" y="50845"/>
                    <a:pt x="30998" y="30998"/>
                  </a:cubicBezTo>
                  <a:cubicBezTo>
                    <a:pt x="50845" y="11150"/>
                    <a:pt x="77765" y="0"/>
                    <a:pt x="105833" y="0"/>
                  </a:cubicBezTo>
                  <a:close/>
                </a:path>
              </a:pathLst>
            </a:custGeom>
            <a:solidFill>
              <a:srgbClr val="F05D3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3048000" cy="139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Telif Hakkı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flipH="true">
            <a:off x="4766125" y="4762500"/>
            <a:ext cx="4377875" cy="2595442"/>
          </a:xfrm>
          <a:prstGeom prst="line">
            <a:avLst/>
          </a:prstGeom>
          <a:ln cap="flat" w="28575">
            <a:solidFill>
              <a:srgbClr val="7B61A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3718375" y="6834067"/>
            <a:ext cx="2286000" cy="1047750"/>
            <a:chOff x="0" y="0"/>
            <a:chExt cx="3048000" cy="1397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105833" y="0"/>
                  </a:moveTo>
                  <a:lnTo>
                    <a:pt x="2942167" y="0"/>
                  </a:lnTo>
                  <a:cubicBezTo>
                    <a:pt x="2970235" y="0"/>
                    <a:pt x="2997154" y="11150"/>
                    <a:pt x="3017002" y="30998"/>
                  </a:cubicBezTo>
                  <a:cubicBezTo>
                    <a:pt x="3036850" y="50845"/>
                    <a:pt x="3048000" y="77765"/>
                    <a:pt x="3048000" y="105833"/>
                  </a:cubicBezTo>
                  <a:lnTo>
                    <a:pt x="3048000" y="1291167"/>
                  </a:lnTo>
                  <a:cubicBezTo>
                    <a:pt x="3048000" y="1319235"/>
                    <a:pt x="3036850" y="1346155"/>
                    <a:pt x="3017002" y="1366002"/>
                  </a:cubicBezTo>
                  <a:cubicBezTo>
                    <a:pt x="2997154" y="1385850"/>
                    <a:pt x="2970235" y="1397000"/>
                    <a:pt x="2942167" y="1397000"/>
                  </a:cubicBezTo>
                  <a:lnTo>
                    <a:pt x="105833" y="1397000"/>
                  </a:lnTo>
                  <a:cubicBezTo>
                    <a:pt x="77765" y="1397000"/>
                    <a:pt x="50845" y="1385850"/>
                    <a:pt x="30998" y="1366002"/>
                  </a:cubicBezTo>
                  <a:cubicBezTo>
                    <a:pt x="11150" y="1346155"/>
                    <a:pt x="0" y="1319235"/>
                    <a:pt x="0" y="1291167"/>
                  </a:cubicBezTo>
                  <a:lnTo>
                    <a:pt x="0" y="105833"/>
                  </a:lnTo>
                  <a:cubicBezTo>
                    <a:pt x="0" y="77765"/>
                    <a:pt x="11150" y="50845"/>
                    <a:pt x="30998" y="30998"/>
                  </a:cubicBezTo>
                  <a:cubicBezTo>
                    <a:pt x="50845" y="11150"/>
                    <a:pt x="77765" y="0"/>
                    <a:pt x="105833" y="0"/>
                  </a:cubicBezTo>
                  <a:close/>
                </a:path>
              </a:pathLst>
            </a:custGeom>
            <a:solidFill>
              <a:srgbClr val="7B61A8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048000" cy="139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Güvenlik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flipH="true">
            <a:off x="2952750" y="4762500"/>
            <a:ext cx="6191250" cy="238125"/>
          </a:xfrm>
          <a:prstGeom prst="line">
            <a:avLst/>
          </a:prstGeom>
          <a:ln cap="flat" w="28575">
            <a:solidFill>
              <a:srgbClr val="F05D3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905000" y="4476750"/>
            <a:ext cx="2286000" cy="1047750"/>
            <a:chOff x="0" y="0"/>
            <a:chExt cx="3048000" cy="1397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105833" y="0"/>
                  </a:moveTo>
                  <a:lnTo>
                    <a:pt x="2942167" y="0"/>
                  </a:lnTo>
                  <a:cubicBezTo>
                    <a:pt x="2970235" y="0"/>
                    <a:pt x="2997154" y="11150"/>
                    <a:pt x="3017002" y="30998"/>
                  </a:cubicBezTo>
                  <a:cubicBezTo>
                    <a:pt x="3036850" y="50845"/>
                    <a:pt x="3048000" y="77765"/>
                    <a:pt x="3048000" y="105833"/>
                  </a:cubicBezTo>
                  <a:lnTo>
                    <a:pt x="3048000" y="1291167"/>
                  </a:lnTo>
                  <a:cubicBezTo>
                    <a:pt x="3048000" y="1319235"/>
                    <a:pt x="3036850" y="1346155"/>
                    <a:pt x="3017002" y="1366002"/>
                  </a:cubicBezTo>
                  <a:cubicBezTo>
                    <a:pt x="2997154" y="1385850"/>
                    <a:pt x="2970235" y="1397000"/>
                    <a:pt x="2942167" y="1397000"/>
                  </a:cubicBezTo>
                  <a:lnTo>
                    <a:pt x="105833" y="1397000"/>
                  </a:lnTo>
                  <a:cubicBezTo>
                    <a:pt x="77765" y="1397000"/>
                    <a:pt x="50845" y="1385850"/>
                    <a:pt x="30998" y="1366002"/>
                  </a:cubicBezTo>
                  <a:cubicBezTo>
                    <a:pt x="11150" y="1346155"/>
                    <a:pt x="0" y="1319235"/>
                    <a:pt x="0" y="1291167"/>
                  </a:cubicBezTo>
                  <a:lnTo>
                    <a:pt x="0" y="105833"/>
                  </a:lnTo>
                  <a:cubicBezTo>
                    <a:pt x="0" y="77765"/>
                    <a:pt x="11150" y="50845"/>
                    <a:pt x="30998" y="30998"/>
                  </a:cubicBezTo>
                  <a:cubicBezTo>
                    <a:pt x="50845" y="11150"/>
                    <a:pt x="77765" y="0"/>
                    <a:pt x="105833" y="0"/>
                  </a:cubicBezTo>
                  <a:close/>
                </a:path>
              </a:pathLst>
            </a:custGeom>
            <a:solidFill>
              <a:srgbClr val="F05D3F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3048000" cy="139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Dijital Ayak İzi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flipH="true" flipV="true">
            <a:off x="4766125" y="2643308"/>
            <a:ext cx="4377875" cy="2119192"/>
          </a:xfrm>
          <a:prstGeom prst="line">
            <a:avLst/>
          </a:prstGeom>
          <a:ln cap="flat" w="28575">
            <a:solidFill>
              <a:srgbClr val="16A6A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3718375" y="2119433"/>
            <a:ext cx="2286000" cy="1047750"/>
            <a:chOff x="0" y="0"/>
            <a:chExt cx="3048000" cy="1397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105833" y="0"/>
                  </a:moveTo>
                  <a:lnTo>
                    <a:pt x="2942167" y="0"/>
                  </a:lnTo>
                  <a:cubicBezTo>
                    <a:pt x="2970235" y="0"/>
                    <a:pt x="2997154" y="11150"/>
                    <a:pt x="3017002" y="30998"/>
                  </a:cubicBezTo>
                  <a:cubicBezTo>
                    <a:pt x="3036850" y="50845"/>
                    <a:pt x="3048000" y="77765"/>
                    <a:pt x="3048000" y="105833"/>
                  </a:cubicBezTo>
                  <a:lnTo>
                    <a:pt x="3048000" y="1291167"/>
                  </a:lnTo>
                  <a:cubicBezTo>
                    <a:pt x="3048000" y="1319235"/>
                    <a:pt x="3036850" y="1346155"/>
                    <a:pt x="3017002" y="1366002"/>
                  </a:cubicBezTo>
                  <a:cubicBezTo>
                    <a:pt x="2997154" y="1385850"/>
                    <a:pt x="2970235" y="1397000"/>
                    <a:pt x="2942167" y="1397000"/>
                  </a:cubicBezTo>
                  <a:lnTo>
                    <a:pt x="105833" y="1397000"/>
                  </a:lnTo>
                  <a:cubicBezTo>
                    <a:pt x="77765" y="1397000"/>
                    <a:pt x="50845" y="1385850"/>
                    <a:pt x="30998" y="1366002"/>
                  </a:cubicBezTo>
                  <a:cubicBezTo>
                    <a:pt x="11150" y="1346155"/>
                    <a:pt x="0" y="1319235"/>
                    <a:pt x="0" y="1291167"/>
                  </a:cubicBezTo>
                  <a:lnTo>
                    <a:pt x="0" y="105833"/>
                  </a:lnTo>
                  <a:cubicBezTo>
                    <a:pt x="0" y="77765"/>
                    <a:pt x="11150" y="50845"/>
                    <a:pt x="30998" y="30998"/>
                  </a:cubicBezTo>
                  <a:cubicBezTo>
                    <a:pt x="50845" y="11150"/>
                    <a:pt x="77765" y="0"/>
                    <a:pt x="105833" y="0"/>
                  </a:cubicBezTo>
                  <a:close/>
                </a:path>
              </a:pathLst>
            </a:custGeom>
            <a:solidFill>
              <a:srgbClr val="16A6A1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048000" cy="139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Doğru Bilgi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flipH="true" flipV="true">
            <a:off x="9144000" y="1666875"/>
            <a:ext cx="0" cy="3095625"/>
          </a:xfrm>
          <a:prstGeom prst="line">
            <a:avLst/>
          </a:prstGeom>
          <a:ln cap="flat" w="28575">
            <a:solidFill>
              <a:srgbClr val="16A6A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8096250" y="1143000"/>
            <a:ext cx="2286000" cy="1047750"/>
            <a:chOff x="0" y="0"/>
            <a:chExt cx="3048000" cy="1397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105833" y="0"/>
                  </a:moveTo>
                  <a:lnTo>
                    <a:pt x="2942167" y="0"/>
                  </a:lnTo>
                  <a:cubicBezTo>
                    <a:pt x="2970235" y="0"/>
                    <a:pt x="2997154" y="11150"/>
                    <a:pt x="3017002" y="30998"/>
                  </a:cubicBezTo>
                  <a:cubicBezTo>
                    <a:pt x="3036850" y="50845"/>
                    <a:pt x="3048000" y="77765"/>
                    <a:pt x="3048000" y="105833"/>
                  </a:cubicBezTo>
                  <a:lnTo>
                    <a:pt x="3048000" y="1291167"/>
                  </a:lnTo>
                  <a:cubicBezTo>
                    <a:pt x="3048000" y="1319235"/>
                    <a:pt x="3036850" y="1346155"/>
                    <a:pt x="3017002" y="1366002"/>
                  </a:cubicBezTo>
                  <a:cubicBezTo>
                    <a:pt x="2997154" y="1385850"/>
                    <a:pt x="2970235" y="1397000"/>
                    <a:pt x="2942167" y="1397000"/>
                  </a:cubicBezTo>
                  <a:lnTo>
                    <a:pt x="105833" y="1397000"/>
                  </a:lnTo>
                  <a:cubicBezTo>
                    <a:pt x="77765" y="1397000"/>
                    <a:pt x="50845" y="1385850"/>
                    <a:pt x="30998" y="1366002"/>
                  </a:cubicBezTo>
                  <a:cubicBezTo>
                    <a:pt x="11150" y="1346155"/>
                    <a:pt x="0" y="1319235"/>
                    <a:pt x="0" y="1291167"/>
                  </a:cubicBezTo>
                  <a:lnTo>
                    <a:pt x="0" y="105833"/>
                  </a:lnTo>
                  <a:cubicBezTo>
                    <a:pt x="0" y="77765"/>
                    <a:pt x="11150" y="50845"/>
                    <a:pt x="30998" y="30998"/>
                  </a:cubicBezTo>
                  <a:cubicBezTo>
                    <a:pt x="50845" y="11150"/>
                    <a:pt x="77765" y="0"/>
                    <a:pt x="105833" y="0"/>
                  </a:cubicBezTo>
                  <a:close/>
                </a:path>
              </a:pathLst>
            </a:custGeom>
            <a:solidFill>
              <a:srgbClr val="16A6A1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048000" cy="139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Yapay Zekâ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flipV="true">
            <a:off x="9144000" y="2643308"/>
            <a:ext cx="4377875" cy="2119192"/>
          </a:xfrm>
          <a:prstGeom prst="line">
            <a:avLst/>
          </a:prstGeom>
          <a:ln cap="flat" w="28575">
            <a:solidFill>
              <a:srgbClr val="7B61A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12474125" y="2119433"/>
            <a:ext cx="2286000" cy="1047750"/>
            <a:chOff x="0" y="0"/>
            <a:chExt cx="3048000" cy="1397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105833" y="0"/>
                  </a:moveTo>
                  <a:lnTo>
                    <a:pt x="2942167" y="0"/>
                  </a:lnTo>
                  <a:cubicBezTo>
                    <a:pt x="2970235" y="0"/>
                    <a:pt x="2997154" y="11150"/>
                    <a:pt x="3017002" y="30998"/>
                  </a:cubicBezTo>
                  <a:cubicBezTo>
                    <a:pt x="3036850" y="50845"/>
                    <a:pt x="3048000" y="77765"/>
                    <a:pt x="3048000" y="105833"/>
                  </a:cubicBezTo>
                  <a:lnTo>
                    <a:pt x="3048000" y="1291167"/>
                  </a:lnTo>
                  <a:cubicBezTo>
                    <a:pt x="3048000" y="1319235"/>
                    <a:pt x="3036850" y="1346155"/>
                    <a:pt x="3017002" y="1366002"/>
                  </a:cubicBezTo>
                  <a:cubicBezTo>
                    <a:pt x="2997154" y="1385850"/>
                    <a:pt x="2970235" y="1397000"/>
                    <a:pt x="2942167" y="1397000"/>
                  </a:cubicBezTo>
                  <a:lnTo>
                    <a:pt x="105833" y="1397000"/>
                  </a:lnTo>
                  <a:cubicBezTo>
                    <a:pt x="77765" y="1397000"/>
                    <a:pt x="50845" y="1385850"/>
                    <a:pt x="30998" y="1366002"/>
                  </a:cubicBezTo>
                  <a:cubicBezTo>
                    <a:pt x="11150" y="1346155"/>
                    <a:pt x="0" y="1319235"/>
                    <a:pt x="0" y="1291167"/>
                  </a:cubicBezTo>
                  <a:lnTo>
                    <a:pt x="0" y="105833"/>
                  </a:lnTo>
                  <a:cubicBezTo>
                    <a:pt x="0" y="77765"/>
                    <a:pt x="11150" y="50845"/>
                    <a:pt x="30998" y="30998"/>
                  </a:cubicBezTo>
                  <a:cubicBezTo>
                    <a:pt x="50845" y="11150"/>
                    <a:pt x="77765" y="0"/>
                    <a:pt x="105833" y="0"/>
                  </a:cubicBezTo>
                  <a:close/>
                </a:path>
              </a:pathLst>
            </a:custGeom>
            <a:solidFill>
              <a:srgbClr val="7B61A8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048000" cy="139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Etik Karar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2476500" y="8801100"/>
            <a:ext cx="13335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2C14E"/>
                </a:solidFill>
                <a:latin typeface="Archivo Black"/>
                <a:ea typeface="Archivo Black"/>
                <a:cs typeface="Archivo Black"/>
                <a:sym typeface="Archivo Black"/>
              </a:rPr>
              <a:t>Paylaşmadan önce düşün • Haklara saygı göster • Sorumluluğunu unutma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DAHXsn4xlxE</dc:identifier>
  <dcterms:modified xsi:type="dcterms:W3CDTF">2011-08-01T06:04:30Z</dcterms:modified>
  <cp:revision>1</cp:revision>
  <dc:title>Dijital Etik Dersi</dc:title>
</cp:coreProperties>
</file>